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9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33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перемещения страницы щёлкните мышью</a:t>
            </a:r>
          </a:p>
        </p:txBody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49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</a:p>
        </p:txBody>
      </p:sp>
      <p:sp>
        <p:nvSpPr>
          <p:cNvPr id="492" name="PlaceHolder 4"/>
          <p:cNvSpPr>
            <a:spLocks noGrp="1"/>
          </p:cNvSpPr>
          <p:nvPr>
            <p:ph type="dt" idx="3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493" name="PlaceHolder 5"/>
          <p:cNvSpPr>
            <a:spLocks noGrp="1"/>
          </p:cNvSpPr>
          <p:nvPr>
            <p:ph type="ftr" idx="4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94" name="PlaceHolder 6"/>
          <p:cNvSpPr>
            <a:spLocks noGrp="1"/>
          </p:cNvSpPr>
          <p:nvPr>
            <p:ph type="sldNum" idx="4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CBC54E7-7E7C-429A-AA76-1A01BCAE9DCB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219C37-3A48-4015-8619-90E80FFAB2A0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443FFC-2B81-45CF-BBF9-7D2B48C80BF0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F5EB25-423D-41E7-8324-F6A35EC93AA1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ECE58B-945F-4737-87F0-2292224CD4DE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83845A-8CFE-453B-BBCA-6F06CEFA17AE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1846F3-1D8F-418D-A295-4393292CF6CC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1A5891-9B46-4170-B8F7-B6FE5D988CF8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AA8D0F-2DBA-488B-A6E1-F430CD6478F7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D5C06E-4EC7-4735-994E-8BF4364FCF01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EAC42D-6048-481B-8A5A-C6E0A55CEBF2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95F834-F848-4AF7-B729-7564163FC45A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7625A1-8A52-45DA-B312-C9F4959128D7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1C2240-AC35-4BA3-B9DE-16BCD19D8A73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ED02F2-4D8C-42BF-8282-0C535CE9BE88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F56362-E600-4DA6-963B-4D62F0355C53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573C4-605A-40CF-B1F1-10B5B85A172E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DD8214-3F37-4705-B0D8-2E1501E471F2}" type="slidenum">
              <a:rPr lang="ru-RU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Титульный слайд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Восьмиугольник 6" hidden="1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4" name="Овал 8" hidden="1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2" name="Овал 9" hidden="1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Надпись 10" hidden="1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Овал 13" hidden="1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Прямоугольник 17" hidden="1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Прямоугольник 18" hidden="1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Прямоугольник 19" hidden="1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Прямоугольник 20" hidden="1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body"/>
          </p:nvPr>
        </p:nvSpPr>
        <p:spPr>
          <a:xfrm>
            <a:off x="86760" y="86760"/>
            <a:ext cx="12018240" cy="6684120"/>
          </a:xfrm>
          <a:prstGeom prst="rect">
            <a:avLst/>
          </a:prstGeom>
          <a:solidFill>
            <a:schemeClr val="lt1">
              <a:lumMod val="85000"/>
            </a:schemeClr>
          </a:solidFill>
          <a:ln w="0">
            <a:noFill/>
          </a:ln>
        </p:spPr>
        <p:txBody>
          <a:bodyPr lIns="360000" tIns="360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Вставьте или перетащите изображение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2494440" y="2237400"/>
            <a:ext cx="7202520" cy="1449360"/>
          </a:xfrm>
          <a:prstGeom prst="rect">
            <a:avLst/>
          </a:pr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288000" tIns="0" rIns="2160000" bIns="144000" anchor="b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ru-RU" sz="4200" b="0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4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cxnSp>
        <p:nvCxnSpPr>
          <p:cNvPr id="11" name="Прямая соединительная линия 4"/>
          <p:cNvCxnSpPr/>
          <p:nvPr/>
        </p:nvCxnSpPr>
        <p:spPr>
          <a:xfrm>
            <a:off x="7777080" y="2412000"/>
            <a:ext cx="360" cy="1100520"/>
          </a:xfrm>
          <a:prstGeom prst="straightConnector1">
            <a:avLst/>
          </a:prstGeom>
          <a:ln>
            <a:solidFill>
              <a:srgbClr val="9ACB39"/>
            </a:solidFill>
          </a:ln>
        </p:spPr>
      </p:cxn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8065080" y="2587680"/>
            <a:ext cx="1343880" cy="703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Логотип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3 маркера-изображения справа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4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15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6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0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1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Овал 34"/>
          <p:cNvSpPr/>
          <p:nvPr/>
        </p:nvSpPr>
        <p:spPr>
          <a:xfrm>
            <a:off x="7066080" y="1366560"/>
            <a:ext cx="1371240" cy="13712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Овал 32"/>
          <p:cNvSpPr/>
          <p:nvPr/>
        </p:nvSpPr>
        <p:spPr>
          <a:xfrm>
            <a:off x="7066080" y="2931120"/>
            <a:ext cx="1371240" cy="13712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Овал 33"/>
          <p:cNvSpPr/>
          <p:nvPr/>
        </p:nvSpPr>
        <p:spPr>
          <a:xfrm>
            <a:off x="7066080" y="4496040"/>
            <a:ext cx="1371240" cy="13712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5" name="Прямоугольник 41"/>
          <p:cNvSpPr/>
          <p:nvPr/>
        </p:nvSpPr>
        <p:spPr>
          <a:xfrm>
            <a:off x="105480" y="86760"/>
            <a:ext cx="6207840" cy="668412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12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body"/>
          </p:nvPr>
        </p:nvSpPr>
        <p:spPr>
          <a:xfrm>
            <a:off x="105480" y="496080"/>
            <a:ext cx="6207840" cy="62748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1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Вставьте или перетащите изображение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title"/>
          </p:nvPr>
        </p:nvSpPr>
        <p:spPr>
          <a:xfrm>
            <a:off x="7068600" y="432000"/>
            <a:ext cx="47030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8768160" y="3582720"/>
            <a:ext cx="3002040" cy="7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8768160" y="5147640"/>
            <a:ext cx="3002040" cy="7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body"/>
          </p:nvPr>
        </p:nvSpPr>
        <p:spPr>
          <a:xfrm>
            <a:off x="8768160" y="1369080"/>
            <a:ext cx="30020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1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7"/>
          <p:cNvSpPr>
            <a:spLocks noGrp="1"/>
          </p:cNvSpPr>
          <p:nvPr>
            <p:ph type="body"/>
          </p:nvPr>
        </p:nvSpPr>
        <p:spPr>
          <a:xfrm>
            <a:off x="8768160" y="2933640"/>
            <a:ext cx="30020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2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8"/>
          <p:cNvSpPr>
            <a:spLocks noGrp="1"/>
          </p:cNvSpPr>
          <p:nvPr>
            <p:ph type="body"/>
          </p:nvPr>
        </p:nvSpPr>
        <p:spPr>
          <a:xfrm>
            <a:off x="8768160" y="4498560"/>
            <a:ext cx="30020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3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9"/>
          <p:cNvSpPr>
            <a:spLocks noGrp="1"/>
          </p:cNvSpPr>
          <p:nvPr>
            <p:ph type="body"/>
          </p:nvPr>
        </p:nvSpPr>
        <p:spPr>
          <a:xfrm>
            <a:off x="8768160" y="1974960"/>
            <a:ext cx="3002040" cy="71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35" name="Восьмиугольник 50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6" name="Овал 51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Овал 52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8" name="Овал 5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10"/>
          <p:cNvSpPr>
            <a:spLocks noGrp="1"/>
          </p:cNvSpPr>
          <p:nvPr>
            <p:ph type="sldNum" idx="2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7C2EED8-AC5C-41D7-A306-5A45426C573A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0" name="Группа 21"/>
          <p:cNvGrpSpPr/>
          <p:nvPr/>
        </p:nvGrpSpPr>
        <p:grpSpPr>
          <a:xfrm>
            <a:off x="1737360" y="2054160"/>
            <a:ext cx="3261240" cy="3252960"/>
            <a:chOff x="1737360" y="2054160"/>
            <a:chExt cx="3261240" cy="3252960"/>
          </a:xfrm>
        </p:grpSpPr>
        <p:sp>
          <p:nvSpPr>
            <p:cNvPr id="41" name="Полилиния: Фигура 13"/>
            <p:cNvSpPr/>
            <p:nvPr/>
          </p:nvSpPr>
          <p:spPr>
            <a:xfrm rot="4308600">
              <a:off x="2464920" y="2678400"/>
              <a:ext cx="1980360" cy="2066040"/>
            </a:xfrm>
            <a:custGeom>
              <a:avLst/>
              <a:gdLst>
                <a:gd name="textAreaLeft" fmla="*/ 0 w 1980360"/>
                <a:gd name="textAreaRight" fmla="*/ 1980720 w 1980360"/>
                <a:gd name="textAreaTop" fmla="*/ 0 h 2066040"/>
                <a:gd name="textAreaBottom" fmla="*/ 2066400 h 2066040"/>
                <a:gd name="GluePoint1X" fmla="*/ 0 w 1980696"/>
                <a:gd name="GluePoint1Y" fmla="*/ 2066510 h 2066510"/>
                <a:gd name="GluePoint2X" fmla="*/ 1138078 w 1980696"/>
                <a:gd name="GluePoint2Y" fmla="*/ 0 h 2066510"/>
                <a:gd name="GluePoint3X" fmla="*/ 1980696 w 1980696"/>
                <a:gd name="GluePoint3Y" fmla="*/ 1530016 h 2066510"/>
                <a:gd name="GluePoint4X" fmla="*/ 1459417 w 1980696"/>
                <a:gd name="GluePoint4Y" fmla="*/ 2066510 h 20665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  <p:sp>
          <p:nvSpPr>
            <p:cNvPr id="42" name="Полилиния: Фигура 26"/>
            <p:cNvSpPr/>
            <p:nvPr/>
          </p:nvSpPr>
          <p:spPr>
            <a:xfrm rot="13830600">
              <a:off x="2730960" y="5004720"/>
              <a:ext cx="346320" cy="205920"/>
            </a:xfrm>
            <a:custGeom>
              <a:avLst/>
              <a:gdLst>
                <a:gd name="textAreaLeft" fmla="*/ 0 w 346320"/>
                <a:gd name="textAreaRight" fmla="*/ 346680 w 346320"/>
                <a:gd name="textAreaTop" fmla="*/ 0 h 205920"/>
                <a:gd name="textAreaBottom" fmla="*/ 206280 h 205920"/>
                <a:gd name="GluePoint1X" fmla="*/ 346713 w 346713"/>
                <a:gd name="GluePoint1Y" fmla="*/ 206124 h 206124"/>
                <a:gd name="GluePoint2X" fmla="*/ 0 w 346713"/>
                <a:gd name="GluePoint2Y" fmla="*/ 206124 h 206124"/>
                <a:gd name="GluePoint3X" fmla="*/ 86666 w 346713"/>
                <a:gd name="GluePoint3Y" fmla="*/ 0 h 206124"/>
                <a:gd name="GluePoint4X" fmla="*/ 346713 w 346713"/>
                <a:gd name="GluePoint4Y" fmla="*/ 206124 h 2061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  <p:sp>
          <p:nvSpPr>
            <p:cNvPr id="43" name="Полилиния: Фигура 17"/>
            <p:cNvSpPr/>
            <p:nvPr/>
          </p:nvSpPr>
          <p:spPr>
            <a:xfrm rot="12430800">
              <a:off x="2802240" y="4740840"/>
              <a:ext cx="710280" cy="335160"/>
            </a:xfrm>
            <a:custGeom>
              <a:avLst/>
              <a:gdLst>
                <a:gd name="textAreaLeft" fmla="*/ 0 w 710280"/>
                <a:gd name="textAreaRight" fmla="*/ 710640 w 710280"/>
                <a:gd name="textAreaTop" fmla="*/ 0 h 335160"/>
                <a:gd name="textAreaBottom" fmla="*/ 335520 h 335160"/>
                <a:gd name="GluePoint1X" fmla="*/ 710669 w 710669"/>
                <a:gd name="GluePoint1Y" fmla="*/ 176660 h 335543"/>
                <a:gd name="GluePoint2X" fmla="*/ 0 w 710669"/>
                <a:gd name="GluePoint2Y" fmla="*/ 335543 h 335543"/>
                <a:gd name="GluePoint3X" fmla="*/ 141082 w 710669"/>
                <a:gd name="GluePoint3Y" fmla="*/ 0 h 335543"/>
                <a:gd name="GluePoint4X" fmla="*/ 487795 w 710669"/>
                <a:gd name="GluePoint4Y" fmla="*/ 0 h 335543"/>
                <a:gd name="GluePoint5X" fmla="*/ 710669 w 710669"/>
                <a:gd name="GluePoint5Y" fmla="*/ 176660 h 33554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  <p:sp>
          <p:nvSpPr>
            <p:cNvPr id="44" name="Полилиния: Фигура 19"/>
            <p:cNvSpPr/>
            <p:nvPr/>
          </p:nvSpPr>
          <p:spPr>
            <a:xfrm rot="4308600">
              <a:off x="2059200" y="2102400"/>
              <a:ext cx="1245960" cy="1579680"/>
            </a:xfrm>
            <a:custGeom>
              <a:avLst/>
              <a:gdLst>
                <a:gd name="textAreaLeft" fmla="*/ 0 w 1245960"/>
                <a:gd name="textAreaRight" fmla="*/ 1246320 w 1245960"/>
                <a:gd name="textAreaTop" fmla="*/ 0 h 1579680"/>
                <a:gd name="textAreaBottom" fmla="*/ 1580040 h 1579680"/>
                <a:gd name="GluePoint1X" fmla="*/ 0 w 1246227"/>
                <a:gd name="GluePoint1Y" fmla="*/ 1580187 h 1580187"/>
                <a:gd name="GluePoint2X" fmla="*/ 1168783 w 1246227"/>
                <a:gd name="GluePoint2Y" fmla="*/ 0 h 1580187"/>
                <a:gd name="GluePoint3X" fmla="*/ 1246227 w 1246227"/>
                <a:gd name="GluePoint3Y" fmla="*/ 105569 h 1580187"/>
                <a:gd name="GluePoint4X" fmla="*/ 358471 w 1246227"/>
                <a:gd name="GluePoint4Y" fmla="*/ 1574380 h 1580187"/>
                <a:gd name="GluePoint5X" fmla="*/ 0 w 1246227"/>
                <a:gd name="GluePoint5Y" fmla="*/ 1580187 h 158018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  <p:sp>
          <p:nvSpPr>
            <p:cNvPr id="45" name="Полилиния: Фигура 23"/>
            <p:cNvSpPr/>
            <p:nvPr/>
          </p:nvSpPr>
          <p:spPr>
            <a:xfrm rot="17193000">
              <a:off x="4647960" y="3873600"/>
              <a:ext cx="242640" cy="406080"/>
            </a:xfrm>
            <a:custGeom>
              <a:avLst/>
              <a:gdLst>
                <a:gd name="textAreaLeft" fmla="*/ 0 w 242640"/>
                <a:gd name="textAreaRight" fmla="*/ 243000 w 242640"/>
                <a:gd name="textAreaTop" fmla="*/ 0 h 406080"/>
                <a:gd name="textAreaBottom" fmla="*/ 406440 h 406080"/>
                <a:gd name="GluePoint1X" fmla="*/ 243160 w 243160"/>
                <a:gd name="GluePoint1Y" fmla="*/ 342071 h 406553"/>
                <a:gd name="GluePoint2X" fmla="*/ 156493 w 243160"/>
                <a:gd name="GluePoint2Y" fmla="*/ 406553 h 406553"/>
                <a:gd name="GluePoint3X" fmla="*/ 0 w 243160"/>
                <a:gd name="GluePoint3Y" fmla="*/ 0 h 406553"/>
                <a:gd name="GluePoint4X" fmla="*/ 243160 w 243160"/>
                <a:gd name="GluePoint4Y" fmla="*/ 342071 h 4065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  <p:sp>
          <p:nvSpPr>
            <p:cNvPr id="46" name="Полилиния: Фигура 30"/>
            <p:cNvSpPr/>
            <p:nvPr/>
          </p:nvSpPr>
          <p:spPr>
            <a:xfrm rot="17193000">
              <a:off x="4152240" y="3654360"/>
              <a:ext cx="692280" cy="510120"/>
            </a:xfrm>
            <a:custGeom>
              <a:avLst/>
              <a:gdLst>
                <a:gd name="textAreaLeft" fmla="*/ 0 w 692280"/>
                <a:gd name="textAreaRight" fmla="*/ 692640 w 692280"/>
                <a:gd name="textAreaTop" fmla="*/ 0 h 510120"/>
                <a:gd name="textAreaBottom" fmla="*/ 510480 h 510120"/>
                <a:gd name="GluePoint1X" fmla="*/ 692798 w 692798"/>
                <a:gd name="GluePoint1Y" fmla="*/ 224339 h 510610"/>
                <a:gd name="GluePoint2X" fmla="*/ 308036 w 692798"/>
                <a:gd name="GluePoint2Y" fmla="*/ 510610 h 510610"/>
                <a:gd name="GluePoint3X" fmla="*/ 64876 w 692798"/>
                <a:gd name="GluePoint3Y" fmla="*/ 168539 h 510610"/>
                <a:gd name="GluePoint4X" fmla="*/ 0 w 692798"/>
                <a:gd name="GluePoint4Y" fmla="*/ 0 h 510610"/>
                <a:gd name="GluePoint5X" fmla="*/ 692798 w 692798"/>
                <a:gd name="GluePoint5Y" fmla="*/ 224339 h 51061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  <p:sp>
          <p:nvSpPr>
            <p:cNvPr id="47" name="Полилиния: Фигура 28"/>
            <p:cNvSpPr/>
            <p:nvPr/>
          </p:nvSpPr>
          <p:spPr>
            <a:xfrm rot="4308600">
              <a:off x="3831480" y="2441160"/>
              <a:ext cx="648360" cy="777240"/>
            </a:xfrm>
            <a:custGeom>
              <a:avLst/>
              <a:gdLst>
                <a:gd name="textAreaLeft" fmla="*/ 0 w 648360"/>
                <a:gd name="textAreaRight" fmla="*/ 648720 w 648360"/>
                <a:gd name="textAreaTop" fmla="*/ 0 h 777240"/>
                <a:gd name="textAreaBottom" fmla="*/ 777600 h 777240"/>
                <a:gd name="GluePoint1X" fmla="*/ 0 w 648657"/>
                <a:gd name="GluePoint1Y" fmla="*/ 777553 h 777553"/>
                <a:gd name="GluePoint2X" fmla="*/ 255474 w 648657"/>
                <a:gd name="GluePoint2Y" fmla="*/ 0 h 777553"/>
                <a:gd name="GluePoint3X" fmla="*/ 648657 w 648657"/>
                <a:gd name="GluePoint3Y" fmla="*/ 713937 h 777553"/>
                <a:gd name="GluePoint4X" fmla="*/ 0 w 648657"/>
                <a:gd name="GluePoint4Y" fmla="*/ 777553 h 77755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</p:grpSp>
      <p:sp>
        <p:nvSpPr>
          <p:cNvPr id="48" name="PlaceHolder 11"/>
          <p:cNvSpPr>
            <a:spLocks noGrp="1"/>
          </p:cNvSpPr>
          <p:nvPr>
            <p:ph type="body"/>
          </p:nvPr>
        </p:nvSpPr>
        <p:spPr>
          <a:xfrm>
            <a:off x="7405920" y="4835880"/>
            <a:ext cx="691200" cy="691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12"/>
          <p:cNvSpPr>
            <a:spLocks noGrp="1"/>
          </p:cNvSpPr>
          <p:nvPr>
            <p:ph type="body"/>
          </p:nvPr>
        </p:nvSpPr>
        <p:spPr>
          <a:xfrm>
            <a:off x="7405920" y="3271320"/>
            <a:ext cx="691200" cy="691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50" name="PlaceHolder 13"/>
          <p:cNvSpPr>
            <a:spLocks noGrp="1"/>
          </p:cNvSpPr>
          <p:nvPr>
            <p:ph type="body"/>
          </p:nvPr>
        </p:nvSpPr>
        <p:spPr>
          <a:xfrm>
            <a:off x="7405920" y="1706400"/>
            <a:ext cx="691200" cy="691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Цифровой продукт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52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53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57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58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59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0" name="Полилиния: Фигура 23"/>
          <p:cNvSpPr/>
          <p:nvPr/>
        </p:nvSpPr>
        <p:spPr>
          <a:xfrm rot="19260600">
            <a:off x="10216440" y="538920"/>
            <a:ext cx="466920" cy="344160"/>
          </a:xfrm>
          <a:custGeom>
            <a:avLst/>
            <a:gdLst>
              <a:gd name="textAreaLeft" fmla="*/ 0 w 466920"/>
              <a:gd name="textAreaRight" fmla="*/ 467280 w 466920"/>
              <a:gd name="textAreaTop" fmla="*/ 0 h 344160"/>
              <a:gd name="textAreaBottom" fmla="*/ 344520 h 34416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Полилиния: Фигура 24"/>
          <p:cNvSpPr/>
          <p:nvPr/>
        </p:nvSpPr>
        <p:spPr>
          <a:xfrm rot="20377800">
            <a:off x="10677960" y="848880"/>
            <a:ext cx="316440" cy="233280"/>
          </a:xfrm>
          <a:custGeom>
            <a:avLst/>
            <a:gdLst>
              <a:gd name="textAreaLeft" fmla="*/ 0 w 316440"/>
              <a:gd name="textAreaRight" fmla="*/ 316800 w 316440"/>
              <a:gd name="textAreaTop" fmla="*/ 0 h 233280"/>
              <a:gd name="textAreaBottom" fmla="*/ 233640 h 2332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2" name="Полилиния: Фигура 25"/>
          <p:cNvSpPr/>
          <p:nvPr/>
        </p:nvSpPr>
        <p:spPr>
          <a:xfrm rot="19260600">
            <a:off x="10717200" y="620640"/>
            <a:ext cx="250200" cy="184320"/>
          </a:xfrm>
          <a:custGeom>
            <a:avLst/>
            <a:gdLst>
              <a:gd name="textAreaLeft" fmla="*/ 0 w 250200"/>
              <a:gd name="textAreaRight" fmla="*/ 250560 w 250200"/>
              <a:gd name="textAreaTop" fmla="*/ 0 h 184320"/>
              <a:gd name="textAreaBottom" fmla="*/ 184680 h 18432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3" name="Полилиния: Фигура 26"/>
          <p:cNvSpPr/>
          <p:nvPr/>
        </p:nvSpPr>
        <p:spPr>
          <a:xfrm rot="19810200">
            <a:off x="11064600" y="781200"/>
            <a:ext cx="216720" cy="159480"/>
          </a:xfrm>
          <a:custGeom>
            <a:avLst/>
            <a:gdLst>
              <a:gd name="textAreaLeft" fmla="*/ 0 w 216720"/>
              <a:gd name="textAreaRight" fmla="*/ 217080 w 216720"/>
              <a:gd name="textAreaTop" fmla="*/ 0 h 159480"/>
              <a:gd name="textAreaBottom" fmla="*/ 159840 h 1594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4" name="Полилиния: Фигура 27"/>
          <p:cNvSpPr/>
          <p:nvPr/>
        </p:nvSpPr>
        <p:spPr>
          <a:xfrm rot="18277800">
            <a:off x="11152440" y="381960"/>
            <a:ext cx="216720" cy="159480"/>
          </a:xfrm>
          <a:custGeom>
            <a:avLst/>
            <a:gdLst>
              <a:gd name="textAreaLeft" fmla="*/ 0 w 216720"/>
              <a:gd name="textAreaRight" fmla="*/ 217080 w 216720"/>
              <a:gd name="textAreaTop" fmla="*/ 0 h 159480"/>
              <a:gd name="textAreaBottom" fmla="*/ 159840 h 1594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5" name="Полилиния: Фигура 28"/>
          <p:cNvSpPr/>
          <p:nvPr/>
        </p:nvSpPr>
        <p:spPr>
          <a:xfrm rot="20761200">
            <a:off x="11545200" y="1030320"/>
            <a:ext cx="162000" cy="119160"/>
          </a:xfrm>
          <a:custGeom>
            <a:avLst/>
            <a:gdLst>
              <a:gd name="textAreaLeft" fmla="*/ 0 w 162000"/>
              <a:gd name="textAreaRight" fmla="*/ 162360 w 162000"/>
              <a:gd name="textAreaTop" fmla="*/ 0 h 119160"/>
              <a:gd name="textAreaBottom" fmla="*/ 119520 h 11916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Полилиния: Фигура 29"/>
          <p:cNvSpPr/>
          <p:nvPr/>
        </p:nvSpPr>
        <p:spPr>
          <a:xfrm rot="17315400">
            <a:off x="11755800" y="247680"/>
            <a:ext cx="216720" cy="159480"/>
          </a:xfrm>
          <a:custGeom>
            <a:avLst/>
            <a:gdLst>
              <a:gd name="textAreaLeft" fmla="*/ 0 w 216720"/>
              <a:gd name="textAreaRight" fmla="*/ 217080 w 216720"/>
              <a:gd name="textAreaTop" fmla="*/ 0 h 159480"/>
              <a:gd name="textAreaBottom" fmla="*/ 159840 h 1594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7" name="Полилиния: Фигура 30"/>
          <p:cNvSpPr/>
          <p:nvPr/>
        </p:nvSpPr>
        <p:spPr>
          <a:xfrm rot="20082000">
            <a:off x="11447640" y="631080"/>
            <a:ext cx="216720" cy="159480"/>
          </a:xfrm>
          <a:custGeom>
            <a:avLst/>
            <a:gdLst>
              <a:gd name="textAreaLeft" fmla="*/ 0 w 216720"/>
              <a:gd name="textAreaRight" fmla="*/ 217080 w 216720"/>
              <a:gd name="textAreaTop" fmla="*/ 0 h 159480"/>
              <a:gd name="textAreaBottom" fmla="*/ 159840 h 1594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Полилиния: Фигура 31"/>
          <p:cNvSpPr/>
          <p:nvPr/>
        </p:nvSpPr>
        <p:spPr>
          <a:xfrm rot="19879800">
            <a:off x="11668680" y="824400"/>
            <a:ext cx="216720" cy="159480"/>
          </a:xfrm>
          <a:custGeom>
            <a:avLst/>
            <a:gdLst>
              <a:gd name="textAreaLeft" fmla="*/ 0 w 216720"/>
              <a:gd name="textAreaRight" fmla="*/ 217080 w 216720"/>
              <a:gd name="textAreaTop" fmla="*/ 0 h 159480"/>
              <a:gd name="textAreaBottom" fmla="*/ 159840 h 1594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69" name="Полилиния: Фигура 32"/>
          <p:cNvSpPr/>
          <p:nvPr/>
        </p:nvSpPr>
        <p:spPr>
          <a:xfrm rot="328200">
            <a:off x="10094400" y="901080"/>
            <a:ext cx="579240" cy="606600"/>
          </a:xfrm>
          <a:custGeom>
            <a:avLst/>
            <a:gdLst>
              <a:gd name="textAreaLeft" fmla="*/ 0 w 579240"/>
              <a:gd name="textAreaRight" fmla="*/ 579600 w 579240"/>
              <a:gd name="textAreaTop" fmla="*/ 0 h 606600"/>
              <a:gd name="textAreaBottom" fmla="*/ 606960 h 606600"/>
              <a:gd name="GluePoint1X" fmla="*/ 487806 w 487806"/>
              <a:gd name="GluePoint1Y" fmla="*/ 171848 h 510610"/>
              <a:gd name="GluePoint2X" fmla="*/ 308036 w 487806"/>
              <a:gd name="GluePoint2Y" fmla="*/ 510610 h 510610"/>
              <a:gd name="GluePoint3X" fmla="*/ 0 w 487806"/>
              <a:gd name="GluePoint3Y" fmla="*/ 0 h 510610"/>
              <a:gd name="GluePoint4X" fmla="*/ 487806 w 487806"/>
              <a:gd name="GluePoint4Y" fmla="*/ 171848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70" name="Полилиния: Фигура 33"/>
          <p:cNvSpPr/>
          <p:nvPr/>
        </p:nvSpPr>
        <p:spPr>
          <a:xfrm>
            <a:off x="10871640" y="1202400"/>
            <a:ext cx="316440" cy="233280"/>
          </a:xfrm>
          <a:custGeom>
            <a:avLst/>
            <a:gdLst>
              <a:gd name="textAreaLeft" fmla="*/ 0 w 316440"/>
              <a:gd name="textAreaRight" fmla="*/ 316800 w 316440"/>
              <a:gd name="textAreaTop" fmla="*/ 0 h 233280"/>
              <a:gd name="textAreaBottom" fmla="*/ 233640 h 2332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71" name="Полилиния: Фигура 34"/>
          <p:cNvSpPr/>
          <p:nvPr/>
        </p:nvSpPr>
        <p:spPr>
          <a:xfrm rot="20761200">
            <a:off x="11512440" y="1484640"/>
            <a:ext cx="162000" cy="119160"/>
          </a:xfrm>
          <a:custGeom>
            <a:avLst/>
            <a:gdLst>
              <a:gd name="textAreaLeft" fmla="*/ 0 w 162000"/>
              <a:gd name="textAreaRight" fmla="*/ 162360 w 162000"/>
              <a:gd name="textAreaTop" fmla="*/ 0 h 119160"/>
              <a:gd name="textAreaBottom" fmla="*/ 119520 h 11916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72" name="Полилиния: Фигура 35"/>
          <p:cNvSpPr/>
          <p:nvPr/>
        </p:nvSpPr>
        <p:spPr>
          <a:xfrm rot="1160400">
            <a:off x="10291320" y="1613880"/>
            <a:ext cx="316440" cy="233280"/>
          </a:xfrm>
          <a:custGeom>
            <a:avLst/>
            <a:gdLst>
              <a:gd name="textAreaLeft" fmla="*/ 0 w 316440"/>
              <a:gd name="textAreaRight" fmla="*/ 316800 w 316440"/>
              <a:gd name="textAreaTop" fmla="*/ 0 h 233280"/>
              <a:gd name="textAreaBottom" fmla="*/ 233640 h 2332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Полилиния: Фигура 36"/>
          <p:cNvSpPr/>
          <p:nvPr/>
        </p:nvSpPr>
        <p:spPr>
          <a:xfrm rot="802800">
            <a:off x="11585880" y="2015280"/>
            <a:ext cx="162000" cy="119160"/>
          </a:xfrm>
          <a:custGeom>
            <a:avLst/>
            <a:gdLst>
              <a:gd name="textAreaLeft" fmla="*/ 0 w 162000"/>
              <a:gd name="textAreaRight" fmla="*/ 162360 w 162000"/>
              <a:gd name="textAreaTop" fmla="*/ 0 h 119160"/>
              <a:gd name="textAreaBottom" fmla="*/ 119520 h 11916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grpSp>
        <p:nvGrpSpPr>
          <p:cNvPr id="74" name="Группа 42"/>
          <p:cNvGrpSpPr/>
          <p:nvPr/>
        </p:nvGrpSpPr>
        <p:grpSpPr>
          <a:xfrm>
            <a:off x="3384000" y="1013760"/>
            <a:ext cx="7749720" cy="5100480"/>
            <a:chOff x="3384000" y="1013760"/>
            <a:chExt cx="7749720" cy="5100480"/>
          </a:xfrm>
        </p:grpSpPr>
        <p:sp>
          <p:nvSpPr>
            <p:cNvPr id="75" name="Скругленный прямоугольник 15"/>
            <p:cNvSpPr/>
            <p:nvPr/>
          </p:nvSpPr>
          <p:spPr>
            <a:xfrm>
              <a:off x="3735720" y="1013760"/>
              <a:ext cx="7045200" cy="5024520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  <p:sp>
          <p:nvSpPr>
            <p:cNvPr id="76" name="Скругленный прямоугольник 15"/>
            <p:cNvSpPr/>
            <p:nvPr/>
          </p:nvSpPr>
          <p:spPr>
            <a:xfrm>
              <a:off x="3786840" y="1068840"/>
              <a:ext cx="6943320" cy="4969440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rgbClr val="9ACB39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  <p:sp>
          <p:nvSpPr>
            <p:cNvPr id="77" name="Прямоугольник: Скругленные углы 45"/>
            <p:cNvSpPr/>
            <p:nvPr/>
          </p:nvSpPr>
          <p:spPr>
            <a:xfrm rot="16200000">
              <a:off x="5067360" y="397440"/>
              <a:ext cx="4381920" cy="6335280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rgbClr val="E2DFCC">
                  <a:lumMod val="9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  <p:sp>
          <p:nvSpPr>
            <p:cNvPr id="78" name="Скругленный прямоугольник 15"/>
            <p:cNvSpPr/>
            <p:nvPr/>
          </p:nvSpPr>
          <p:spPr>
            <a:xfrm rot="10800000">
              <a:off x="3384000" y="5870880"/>
              <a:ext cx="7749720" cy="23868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rgbClr val="9ACB39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  <p:sp>
          <p:nvSpPr>
            <p:cNvPr id="79" name="Скругленный прямоугольник 15"/>
            <p:cNvSpPr/>
            <p:nvPr/>
          </p:nvSpPr>
          <p:spPr>
            <a:xfrm>
              <a:off x="6414480" y="6070680"/>
              <a:ext cx="1688040" cy="43560"/>
            </a:xfrm>
            <a:prstGeom prst="round2SameRect">
              <a:avLst>
                <a:gd name="adj1" fmla="val 50000"/>
                <a:gd name="adj2" fmla="val 0"/>
              </a:avLst>
            </a:prstGeom>
            <a:gradFill rotWithShape="0">
              <a:gsLst>
                <a:gs pos="0">
                  <a:srgbClr val="000000">
                    <a:alpha val="0"/>
                  </a:srgbClr>
                </a:gs>
                <a:gs pos="100000">
                  <a:srgbClr val="000000">
                    <a:alpha val="31000"/>
                  </a:srgbClr>
                </a:gs>
              </a:gsLst>
              <a:lin ang="1620000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7200" rIns="90000" bIns="-72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  <p:sp>
          <p:nvSpPr>
            <p:cNvPr id="80" name="Овал 48"/>
            <p:cNvSpPr/>
            <p:nvPr/>
          </p:nvSpPr>
          <p:spPr>
            <a:xfrm rot="16200000">
              <a:off x="7367040" y="1187640"/>
              <a:ext cx="46440" cy="4644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2240" rIns="90000" bIns="-1224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  <p:sp>
          <p:nvSpPr>
            <p:cNvPr id="81" name="Овал 49"/>
            <p:cNvSpPr/>
            <p:nvPr/>
          </p:nvSpPr>
          <p:spPr>
            <a:xfrm rot="16200000">
              <a:off x="7218720" y="1174680"/>
              <a:ext cx="79560" cy="795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11520" rIns="9000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  <p:sp>
          <p:nvSpPr>
            <p:cNvPr id="82" name="Овал 50"/>
            <p:cNvSpPr/>
            <p:nvPr/>
          </p:nvSpPr>
          <p:spPr>
            <a:xfrm rot="16200000">
              <a:off x="7236720" y="1193040"/>
              <a:ext cx="43560" cy="4356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13680" rIns="90000" bIns="-1368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 Light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body"/>
          </p:nvPr>
        </p:nvSpPr>
        <p:spPr>
          <a:xfrm>
            <a:off x="432000" y="1152000"/>
            <a:ext cx="2951280" cy="219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Сюда можно добавить выделенный текст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ftr" idx="3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4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806919C-FFF9-406E-80AB-767E1F039B40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4092840" y="1376280"/>
            <a:ext cx="6333120" cy="43794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1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Вставьте или перетащите изображение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431640" y="3509640"/>
            <a:ext cx="2950920" cy="232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 столбца, маркеры-изображения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90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91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92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94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95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96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97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98" name="Овал 17"/>
          <p:cNvSpPr/>
          <p:nvPr/>
        </p:nvSpPr>
        <p:spPr>
          <a:xfrm>
            <a:off x="82940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99" name="Овал 16"/>
          <p:cNvSpPr/>
          <p:nvPr/>
        </p:nvSpPr>
        <p:spPr>
          <a:xfrm>
            <a:off x="534492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00" name="Овал 18"/>
          <p:cNvSpPr/>
          <p:nvPr/>
        </p:nvSpPr>
        <p:spPr>
          <a:xfrm>
            <a:off x="239868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2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ftr" idx="5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6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75BAB1C-F0E0-433E-92CB-714617E6012D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207144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105" name="PlaceHolder 5"/>
          <p:cNvSpPr>
            <a:spLocks noGrp="1"/>
          </p:cNvSpPr>
          <p:nvPr>
            <p:ph type="body"/>
          </p:nvPr>
        </p:nvSpPr>
        <p:spPr>
          <a:xfrm>
            <a:off x="502056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106" name="PlaceHolder 6"/>
          <p:cNvSpPr>
            <a:spLocks noGrp="1"/>
          </p:cNvSpPr>
          <p:nvPr>
            <p:ph type="body"/>
          </p:nvPr>
        </p:nvSpPr>
        <p:spPr>
          <a:xfrm>
            <a:off x="7969680" y="468360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107" name="PlaceHolder 7"/>
          <p:cNvSpPr>
            <a:spLocks noGrp="1"/>
          </p:cNvSpPr>
          <p:nvPr>
            <p:ph type="body"/>
          </p:nvPr>
        </p:nvSpPr>
        <p:spPr>
          <a:xfrm>
            <a:off x="207144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2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08" name="PlaceHolder 8"/>
          <p:cNvSpPr>
            <a:spLocks noGrp="1"/>
          </p:cNvSpPr>
          <p:nvPr>
            <p:ph type="body"/>
          </p:nvPr>
        </p:nvSpPr>
        <p:spPr>
          <a:xfrm>
            <a:off x="502056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3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09" name="PlaceHolder 9"/>
          <p:cNvSpPr>
            <a:spLocks noGrp="1"/>
          </p:cNvSpPr>
          <p:nvPr>
            <p:ph type="body"/>
          </p:nvPr>
        </p:nvSpPr>
        <p:spPr>
          <a:xfrm>
            <a:off x="796968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4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10" name="PlaceHolder 10"/>
          <p:cNvSpPr>
            <a:spLocks noGrp="1"/>
          </p:cNvSpPr>
          <p:nvPr>
            <p:ph type="body"/>
          </p:nvPr>
        </p:nvSpPr>
        <p:spPr>
          <a:xfrm>
            <a:off x="431640" y="1080000"/>
            <a:ext cx="1133928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Подзаголовок</a:t>
            </a:r>
          </a:p>
        </p:txBody>
      </p:sp>
      <p:sp>
        <p:nvSpPr>
          <p:cNvPr id="111" name="PlaceHolder 11"/>
          <p:cNvSpPr>
            <a:spLocks noGrp="1"/>
          </p:cNvSpPr>
          <p:nvPr>
            <p:ph type="body"/>
          </p:nvPr>
        </p:nvSpPr>
        <p:spPr>
          <a:xfrm>
            <a:off x="27248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12" name="PlaceHolder 12"/>
          <p:cNvSpPr>
            <a:spLocks noGrp="1"/>
          </p:cNvSpPr>
          <p:nvPr>
            <p:ph type="body"/>
          </p:nvPr>
        </p:nvSpPr>
        <p:spPr>
          <a:xfrm>
            <a:off x="567252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13" name="PlaceHolder 13"/>
          <p:cNvSpPr>
            <a:spLocks noGrp="1"/>
          </p:cNvSpPr>
          <p:nvPr>
            <p:ph type="body"/>
          </p:nvPr>
        </p:nvSpPr>
        <p:spPr>
          <a:xfrm>
            <a:off x="86216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Большие числа, вариант 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15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116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17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119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20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21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22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23" name="Текст 3"/>
          <p:cNvSpPr/>
          <p:nvPr/>
        </p:nvSpPr>
        <p:spPr>
          <a:xfrm>
            <a:off x="890640" y="1580040"/>
            <a:ext cx="4347720" cy="4347720"/>
          </a:xfrm>
          <a:prstGeom prst="ellipse">
            <a:avLst/>
          </a:prstGeom>
          <a:noFill/>
          <a:ln w="0">
            <a:solidFill>
              <a:srgbClr val="9ACB3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Заголовок раздела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Текст 9"/>
          <p:cNvSpPr/>
          <p:nvPr/>
        </p:nvSpPr>
        <p:spPr>
          <a:xfrm>
            <a:off x="4739400" y="1754640"/>
            <a:ext cx="3998160" cy="3998160"/>
          </a:xfrm>
          <a:prstGeom prst="ellipse">
            <a:avLst/>
          </a:prstGeom>
          <a:noFill/>
          <a:ln w="0">
            <a:solidFill>
              <a:srgbClr val="64C24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66760" indent="-266760"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Заголовок раздела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Текст 9"/>
          <p:cNvSpPr/>
          <p:nvPr/>
        </p:nvSpPr>
        <p:spPr>
          <a:xfrm>
            <a:off x="8238600" y="2193840"/>
            <a:ext cx="3119760" cy="3119760"/>
          </a:xfrm>
          <a:prstGeom prst="ellipse">
            <a:avLst/>
          </a:prstGeom>
          <a:noFill/>
          <a:ln w="0">
            <a:solidFill>
              <a:srgbClr val="297D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66760" indent="-266760"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1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Заголовок раздела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Полилиния: Фигура 47"/>
          <p:cNvSpPr/>
          <p:nvPr/>
        </p:nvSpPr>
        <p:spPr>
          <a:xfrm>
            <a:off x="4740120" y="2772360"/>
            <a:ext cx="494640" cy="1963080"/>
          </a:xfrm>
          <a:custGeom>
            <a:avLst/>
            <a:gdLst>
              <a:gd name="textAreaLeft" fmla="*/ 0 w 494640"/>
              <a:gd name="textAreaRight" fmla="*/ 495000 w 494640"/>
              <a:gd name="textAreaTop" fmla="*/ 0 h 1963080"/>
              <a:gd name="textAreaBottom" fmla="*/ 1963440 h 1963080"/>
              <a:gd name="GluePoint1X" fmla="*/ 258706 w 494967"/>
              <a:gd name="GluePoint1Y" fmla="*/ 0 h 1963434"/>
              <a:gd name="GluePoint2X" fmla="*/ 324121 w 494967"/>
              <a:gd name="GluePoint2Y" fmla="*/ 135794 h 1963434"/>
              <a:gd name="GluePoint3X" fmla="*/ 494967 w 494967"/>
              <a:gd name="GluePoint3Y" fmla="*/ 982025 h 1963434"/>
              <a:gd name="GluePoint4X" fmla="*/ 324121 w 494967"/>
              <a:gd name="GluePoint4Y" fmla="*/ 1828257 h 1963434"/>
              <a:gd name="GluePoint5X" fmla="*/ 259003 w 494967"/>
              <a:gd name="GluePoint5Y" fmla="*/ 1963434 h 1963434"/>
              <a:gd name="GluePoint6X" fmla="*/ 241238 w 494967"/>
              <a:gd name="GluePoint6Y" fmla="*/ 1934192 h 1963434"/>
              <a:gd name="GluePoint7X" fmla="*/ 0 w 494967"/>
              <a:gd name="GluePoint7Y" fmla="*/ 981472 h 1963434"/>
              <a:gd name="GluePoint8X" fmla="*/ 241238 w 494967"/>
              <a:gd name="GluePoint8Y" fmla="*/ 28753 h 196343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494967" h="1963434">
                <a:moveTo>
                  <a:pt x="258706" y="0"/>
                </a:moveTo>
                <a:lnTo>
                  <a:pt x="324121" y="135794"/>
                </a:lnTo>
                <a:cubicBezTo>
                  <a:pt x="434133" y="395891"/>
                  <a:pt x="494967" y="681854"/>
                  <a:pt x="494967" y="982025"/>
                </a:cubicBezTo>
                <a:cubicBezTo>
                  <a:pt x="494967" y="1282196"/>
                  <a:pt x="434133" y="1568159"/>
                  <a:pt x="324121" y="1828257"/>
                </a:cubicBezTo>
                <a:lnTo>
                  <a:pt x="259003" y="1963434"/>
                </a:lnTo>
                <a:lnTo>
                  <a:pt x="241238" y="1934192"/>
                </a:lnTo>
                <a:cubicBezTo>
                  <a:pt x="87390" y="1650983"/>
                  <a:pt x="0" y="1326433"/>
                  <a:pt x="0" y="981472"/>
                </a:cubicBezTo>
                <a:cubicBezTo>
                  <a:pt x="0" y="636511"/>
                  <a:pt x="87390" y="311961"/>
                  <a:pt x="241238" y="28753"/>
                </a:cubicBezTo>
                <a:close/>
              </a:path>
            </a:pathLst>
          </a:custGeom>
          <a:pattFill prst="ltUpDiag">
            <a:fgClr>
              <a:srgbClr val="9ACB39"/>
            </a:fgClr>
            <a:bgClr>
              <a:srgbClr val="FFFFF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27" name="Полилиния: Фигура 46"/>
          <p:cNvSpPr/>
          <p:nvPr/>
        </p:nvSpPr>
        <p:spPr>
          <a:xfrm>
            <a:off x="8245800" y="2864160"/>
            <a:ext cx="491400" cy="1779840"/>
          </a:xfrm>
          <a:custGeom>
            <a:avLst/>
            <a:gdLst>
              <a:gd name="textAreaLeft" fmla="*/ 0 w 491400"/>
              <a:gd name="textAreaRight" fmla="*/ 491760 w 491400"/>
              <a:gd name="textAreaTop" fmla="*/ 0 h 1779840"/>
              <a:gd name="textAreaBottom" fmla="*/ 1780200 h 1779840"/>
              <a:gd name="GluePoint1X" fmla="*/ 279162 w 491664"/>
              <a:gd name="GluePoint1Y" fmla="*/ 0 h 1780035"/>
              <a:gd name="GluePoint2X" fmla="*/ 334593 w 491664"/>
              <a:gd name="GluePoint2Y" fmla="*/ 115068 h 1780035"/>
              <a:gd name="GluePoint3X" fmla="*/ 491664 w 491664"/>
              <a:gd name="GluePoint3Y" fmla="*/ 893069 h 1780035"/>
              <a:gd name="GluePoint4X" fmla="*/ 334593 w 491664"/>
              <a:gd name="GluePoint4Y" fmla="*/ 1671070 h 1780035"/>
              <a:gd name="GluePoint5X" fmla="*/ 282102 w 491664"/>
              <a:gd name="GluePoint5Y" fmla="*/ 1780035 h 1780035"/>
              <a:gd name="GluePoint6X" fmla="*/ 265807 w 491664"/>
              <a:gd name="GluePoint6Y" fmla="*/ 1758245 h 1780035"/>
              <a:gd name="GluePoint7X" fmla="*/ 0 w 491664"/>
              <a:gd name="GluePoint7Y" fmla="*/ 888052 h 1780035"/>
              <a:gd name="GluePoint8X" fmla="*/ 265807 w 491664"/>
              <a:gd name="GluePoint8Y" fmla="*/ 17859 h 178003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491664" h="1780035">
                <a:moveTo>
                  <a:pt x="279162" y="0"/>
                </a:moveTo>
                <a:lnTo>
                  <a:pt x="334593" y="115068"/>
                </a:lnTo>
                <a:cubicBezTo>
                  <a:pt x="435735" y="354195"/>
                  <a:pt x="491664" y="617100"/>
                  <a:pt x="491664" y="893069"/>
                </a:cubicBezTo>
                <a:cubicBezTo>
                  <a:pt x="491664" y="1169038"/>
                  <a:pt x="435735" y="1431944"/>
                  <a:pt x="334593" y="1671070"/>
                </a:cubicBezTo>
                <a:lnTo>
                  <a:pt x="282102" y="1780035"/>
                </a:lnTo>
                <a:lnTo>
                  <a:pt x="265807" y="1758245"/>
                </a:lnTo>
                <a:cubicBezTo>
                  <a:pt x="97991" y="1509844"/>
                  <a:pt x="0" y="1210391"/>
                  <a:pt x="0" y="888052"/>
                </a:cubicBezTo>
                <a:cubicBezTo>
                  <a:pt x="0" y="565713"/>
                  <a:pt x="97991" y="266261"/>
                  <a:pt x="265807" y="17859"/>
                </a:cubicBezTo>
                <a:close/>
              </a:path>
            </a:pathLst>
          </a:custGeom>
          <a:pattFill prst="ltUpDiag">
            <a:fgClr>
              <a:srgbClr val="64C24A"/>
            </a:fgClr>
            <a:bgClr>
              <a:srgbClr val="FFFFFF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28" name="Полилиния: Фигура 15"/>
          <p:cNvSpPr/>
          <p:nvPr/>
        </p:nvSpPr>
        <p:spPr>
          <a:xfrm rot="6973800">
            <a:off x="9800280" y="198000"/>
            <a:ext cx="747720" cy="780480"/>
          </a:xfrm>
          <a:custGeom>
            <a:avLst/>
            <a:gdLst>
              <a:gd name="textAreaLeft" fmla="*/ 0 w 747720"/>
              <a:gd name="textAreaRight" fmla="*/ 748080 w 747720"/>
              <a:gd name="textAreaTop" fmla="*/ 0 h 780480"/>
              <a:gd name="textAreaBottom" fmla="*/ 780840 h 780480"/>
              <a:gd name="GluePoint1X" fmla="*/ 0 w 1980696"/>
              <a:gd name="GluePoint1Y" fmla="*/ 2066510 h 2066510"/>
              <a:gd name="GluePoint2X" fmla="*/ 1138078 w 1980696"/>
              <a:gd name="GluePoint2Y" fmla="*/ 0 h 2066510"/>
              <a:gd name="GluePoint3X" fmla="*/ 1980696 w 1980696"/>
              <a:gd name="GluePoint3Y" fmla="*/ 1530016 h 2066510"/>
              <a:gd name="GluePoint4X" fmla="*/ 1459417 w 1980696"/>
              <a:gd name="GluePoint4Y" fmla="*/ 2066510 h 20665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29" name="Полилиния: Фигура 16"/>
          <p:cNvSpPr/>
          <p:nvPr/>
        </p:nvSpPr>
        <p:spPr>
          <a:xfrm rot="5483400">
            <a:off x="9854280" y="808560"/>
            <a:ext cx="242640" cy="406080"/>
          </a:xfrm>
          <a:custGeom>
            <a:avLst/>
            <a:gdLst>
              <a:gd name="textAreaLeft" fmla="*/ 0 w 242640"/>
              <a:gd name="textAreaRight" fmla="*/ 243000 w 242640"/>
              <a:gd name="textAreaTop" fmla="*/ 0 h 406080"/>
              <a:gd name="textAreaBottom" fmla="*/ 406440 h 406080"/>
              <a:gd name="GluePoint1X" fmla="*/ 243160 w 243160"/>
              <a:gd name="GluePoint1Y" fmla="*/ 342071 h 406553"/>
              <a:gd name="GluePoint2X" fmla="*/ 156493 w 243160"/>
              <a:gd name="GluePoint2Y" fmla="*/ 406553 h 406553"/>
              <a:gd name="GluePoint3X" fmla="*/ 0 w 243160"/>
              <a:gd name="GluePoint3Y" fmla="*/ 0 h 406553"/>
              <a:gd name="GluePoint4X" fmla="*/ 243160 w 243160"/>
              <a:gd name="GluePoint4Y" fmla="*/ 342071 h 40655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30" name="Полилиния: Фигура 19"/>
          <p:cNvSpPr/>
          <p:nvPr/>
        </p:nvSpPr>
        <p:spPr>
          <a:xfrm rot="14199000">
            <a:off x="10161720" y="-235440"/>
            <a:ext cx="1956600" cy="1399320"/>
          </a:xfrm>
          <a:custGeom>
            <a:avLst/>
            <a:gdLst>
              <a:gd name="textAreaLeft" fmla="*/ 0 w 1956600"/>
              <a:gd name="textAreaRight" fmla="*/ 1956960 w 1956600"/>
              <a:gd name="textAreaTop" fmla="*/ 0 h 1399320"/>
              <a:gd name="textAreaBottom" fmla="*/ 1399680 h 1399320"/>
              <a:gd name="GluePoint1X" fmla="*/ 0 w 1957093"/>
              <a:gd name="GluePoint1Y" fmla="*/ 318772 h 1399810"/>
              <a:gd name="GluePoint2X" fmla="*/ 858544 w 1957093"/>
              <a:gd name="GluePoint2Y" fmla="*/ 36067 h 1399810"/>
              <a:gd name="GluePoint3X" fmla="*/ 1957093 w 1957093"/>
              <a:gd name="GluePoint3Y" fmla="*/ 0 h 1399810"/>
              <a:gd name="GluePoint4X" fmla="*/ 1012700 w 1957093"/>
              <a:gd name="GluePoint4Y" fmla="*/ 1399810 h 1399810"/>
              <a:gd name="GluePoint5X" fmla="*/ 172487 w 1957093"/>
              <a:gd name="GluePoint5Y" fmla="*/ 1221089 h 1399810"/>
              <a:gd name="GluePoint6X" fmla="*/ 0 w 1957093"/>
              <a:gd name="GluePoint6Y" fmla="*/ 318772 h 13998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31" name="Полилиния: Фигура 21"/>
          <p:cNvSpPr/>
          <p:nvPr/>
        </p:nvSpPr>
        <p:spPr>
          <a:xfrm rot="14235600">
            <a:off x="11753280" y="112320"/>
            <a:ext cx="331920" cy="247680"/>
          </a:xfrm>
          <a:custGeom>
            <a:avLst/>
            <a:gdLst>
              <a:gd name="textAreaLeft" fmla="*/ 0 w 331920"/>
              <a:gd name="textAreaRight" fmla="*/ 332280 w 331920"/>
              <a:gd name="textAreaTop" fmla="*/ 0 h 247680"/>
              <a:gd name="textAreaBottom" fmla="*/ 248040 h 247680"/>
              <a:gd name="GluePoint1X" fmla="*/ 0 w 1449157"/>
              <a:gd name="GluePoint1Y" fmla="*/ 0 h 1081038"/>
              <a:gd name="GluePoint2X" fmla="*/ 1449157 w 1449157"/>
              <a:gd name="GluePoint2Y" fmla="*/ 433129 h 1081038"/>
              <a:gd name="GluePoint3X" fmla="*/ 1012700 w 1449157"/>
              <a:gd name="GluePoint3Y" fmla="*/ 1081038 h 1081038"/>
              <a:gd name="GluePoint4X" fmla="*/ 172487 w 1449157"/>
              <a:gd name="GluePoint4Y" fmla="*/ 902317 h 1081038"/>
              <a:gd name="GluePoint5X" fmla="*/ 0 w 1449157"/>
              <a:gd name="GluePoint5Y" fmla="*/ 0 h 108103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32" name="Полилиния: Фигура 22"/>
          <p:cNvSpPr/>
          <p:nvPr/>
        </p:nvSpPr>
        <p:spPr>
          <a:xfrm rot="13336800">
            <a:off x="137520" y="5349240"/>
            <a:ext cx="648360" cy="777240"/>
          </a:xfrm>
          <a:custGeom>
            <a:avLst/>
            <a:gdLst>
              <a:gd name="textAreaLeft" fmla="*/ 0 w 648360"/>
              <a:gd name="textAreaRight" fmla="*/ 648720 w 648360"/>
              <a:gd name="textAreaTop" fmla="*/ 0 h 777240"/>
              <a:gd name="textAreaBottom" fmla="*/ 777600 h 777240"/>
              <a:gd name="GluePoint1X" fmla="*/ 0 w 648657"/>
              <a:gd name="GluePoint1Y" fmla="*/ 777553 h 777553"/>
              <a:gd name="GluePoint2X" fmla="*/ 255474 w 648657"/>
              <a:gd name="GluePoint2Y" fmla="*/ 0 h 777553"/>
              <a:gd name="GluePoint3X" fmla="*/ 648657 w 648657"/>
              <a:gd name="GluePoint3Y" fmla="*/ 713937 h 777553"/>
              <a:gd name="GluePoint4X" fmla="*/ 0 w 648657"/>
              <a:gd name="GluePoint4Y" fmla="*/ 777553 h 77755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33" name="Полилиния: Фигура 23"/>
          <p:cNvSpPr/>
          <p:nvPr/>
        </p:nvSpPr>
        <p:spPr>
          <a:xfrm rot="5737800">
            <a:off x="101160" y="5961960"/>
            <a:ext cx="692280" cy="510120"/>
          </a:xfrm>
          <a:custGeom>
            <a:avLst/>
            <a:gdLst>
              <a:gd name="textAreaLeft" fmla="*/ 0 w 692280"/>
              <a:gd name="textAreaRight" fmla="*/ 692640 w 692280"/>
              <a:gd name="textAreaTop" fmla="*/ 0 h 510120"/>
              <a:gd name="textAreaBottom" fmla="*/ 510480 h 51012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34" name="Полилиния: Фигура 24"/>
          <p:cNvSpPr/>
          <p:nvPr/>
        </p:nvSpPr>
        <p:spPr>
          <a:xfrm rot="8291400">
            <a:off x="10082160" y="798480"/>
            <a:ext cx="371160" cy="273240"/>
          </a:xfrm>
          <a:custGeom>
            <a:avLst/>
            <a:gdLst>
              <a:gd name="textAreaLeft" fmla="*/ 0 w 371160"/>
              <a:gd name="textAreaRight" fmla="*/ 371520 w 371160"/>
              <a:gd name="textAreaTop" fmla="*/ 0 h 273240"/>
              <a:gd name="textAreaBottom" fmla="*/ 273600 h 27324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ftr" idx="7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8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1416430-574D-41B6-9475-CE85FE5405A0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Полилиния: Фигура 28"/>
          <p:cNvSpPr/>
          <p:nvPr/>
        </p:nvSpPr>
        <p:spPr>
          <a:xfrm rot="3693000">
            <a:off x="271080" y="5040720"/>
            <a:ext cx="242640" cy="406080"/>
          </a:xfrm>
          <a:custGeom>
            <a:avLst/>
            <a:gdLst>
              <a:gd name="textAreaLeft" fmla="*/ 0 w 242640"/>
              <a:gd name="textAreaRight" fmla="*/ 243000 w 242640"/>
              <a:gd name="textAreaTop" fmla="*/ 0 h 406080"/>
              <a:gd name="textAreaBottom" fmla="*/ 406440 h 406080"/>
              <a:gd name="GluePoint1X" fmla="*/ 243160 w 243160"/>
              <a:gd name="GluePoint1Y" fmla="*/ 342071 h 406553"/>
              <a:gd name="GluePoint2X" fmla="*/ 156493 w 243160"/>
              <a:gd name="GluePoint2Y" fmla="*/ 406553 h 406553"/>
              <a:gd name="GluePoint3X" fmla="*/ 0 w 243160"/>
              <a:gd name="GluePoint3Y" fmla="*/ 0 h 406553"/>
              <a:gd name="GluePoint4X" fmla="*/ 243160 w 243160"/>
              <a:gd name="GluePoint4Y" fmla="*/ 342071 h 40655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1388880" y="2505600"/>
            <a:ext cx="3374640" cy="88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8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1</a:t>
            </a:r>
            <a:endParaRPr lang="ru-RU" sz="8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 type="body"/>
          </p:nvPr>
        </p:nvSpPr>
        <p:spPr>
          <a:xfrm>
            <a:off x="5212800" y="2505600"/>
            <a:ext cx="3025080" cy="88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8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2</a:t>
            </a:r>
            <a:endParaRPr lang="ru-RU" sz="8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41" name="PlaceHolder 6"/>
          <p:cNvSpPr>
            <a:spLocks noGrp="1"/>
          </p:cNvSpPr>
          <p:nvPr>
            <p:ph type="body"/>
          </p:nvPr>
        </p:nvSpPr>
        <p:spPr>
          <a:xfrm>
            <a:off x="8754120" y="2490480"/>
            <a:ext cx="2090520" cy="900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266760" indent="-26676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8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3</a:t>
            </a:r>
            <a:endParaRPr lang="ru-RU" sz="8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42" name="PlaceHolder 7"/>
          <p:cNvSpPr>
            <a:spLocks noGrp="1"/>
          </p:cNvSpPr>
          <p:nvPr>
            <p:ph type="body"/>
          </p:nvPr>
        </p:nvSpPr>
        <p:spPr>
          <a:xfrm>
            <a:off x="1820160" y="4015440"/>
            <a:ext cx="2488680" cy="101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раздела</a:t>
            </a:r>
          </a:p>
        </p:txBody>
      </p:sp>
      <p:sp>
        <p:nvSpPr>
          <p:cNvPr id="143" name="PlaceHolder 8"/>
          <p:cNvSpPr>
            <a:spLocks noGrp="1"/>
          </p:cNvSpPr>
          <p:nvPr>
            <p:ph type="body"/>
          </p:nvPr>
        </p:nvSpPr>
        <p:spPr>
          <a:xfrm>
            <a:off x="5481000" y="4015440"/>
            <a:ext cx="2488680" cy="101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раздела</a:t>
            </a:r>
          </a:p>
        </p:txBody>
      </p:sp>
      <p:sp>
        <p:nvSpPr>
          <p:cNvPr id="144" name="PlaceHolder 9"/>
          <p:cNvSpPr>
            <a:spLocks noGrp="1"/>
          </p:cNvSpPr>
          <p:nvPr>
            <p:ph type="body"/>
          </p:nvPr>
        </p:nvSpPr>
        <p:spPr>
          <a:xfrm>
            <a:off x="8737560" y="4015440"/>
            <a:ext cx="2090520" cy="101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раздела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46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147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48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150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51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52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53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432000" y="1152000"/>
            <a:ext cx="5471640" cy="3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432000" y="1584000"/>
            <a:ext cx="5471640" cy="460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  <p:sp>
        <p:nvSpPr>
          <p:cNvPr id="157" name="PlaceHolder 4"/>
          <p:cNvSpPr>
            <a:spLocks noGrp="1"/>
          </p:cNvSpPr>
          <p:nvPr>
            <p:ph type="ftr" idx="9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sldNum" idx="10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81F91F05-838B-4BE1-9B65-032A04073E89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6"/>
          <p:cNvSpPr>
            <a:spLocks noGrp="1"/>
          </p:cNvSpPr>
          <p:nvPr>
            <p:ph type="body"/>
          </p:nvPr>
        </p:nvSpPr>
        <p:spPr>
          <a:xfrm>
            <a:off x="6300000" y="1584360"/>
            <a:ext cx="5471640" cy="460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  <p:sp>
        <p:nvSpPr>
          <p:cNvPr id="160" name="PlaceHolder 7"/>
          <p:cNvSpPr>
            <a:spLocks noGrp="1"/>
          </p:cNvSpPr>
          <p:nvPr>
            <p:ph type="body"/>
          </p:nvPr>
        </p:nvSpPr>
        <p:spPr>
          <a:xfrm>
            <a:off x="6300000" y="1152360"/>
            <a:ext cx="5471640" cy="3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остранство для рынка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62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163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64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166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67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68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69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70" name="Полилиния: Фигура 12"/>
          <p:cNvSpPr/>
          <p:nvPr/>
        </p:nvSpPr>
        <p:spPr>
          <a:xfrm rot="4308600">
            <a:off x="9605880" y="-345600"/>
            <a:ext cx="2706120" cy="2831760"/>
          </a:xfrm>
          <a:custGeom>
            <a:avLst/>
            <a:gdLst>
              <a:gd name="textAreaLeft" fmla="*/ 0 w 2706120"/>
              <a:gd name="textAreaRight" fmla="*/ 2706480 w 2706120"/>
              <a:gd name="textAreaTop" fmla="*/ 0 h 2831760"/>
              <a:gd name="textAreaBottom" fmla="*/ 2832120 h 2831760"/>
              <a:gd name="GluePoint1X" fmla="*/ 0 w 3571215"/>
              <a:gd name="GluePoint1Y" fmla="*/ 3023156 h 3737093"/>
              <a:gd name="GluePoint2X" fmla="*/ 993291 w 3571215"/>
              <a:gd name="GluePoint2Y" fmla="*/ 0 h 3737093"/>
              <a:gd name="GluePoint3X" fmla="*/ 3571215 w 3571215"/>
              <a:gd name="GluePoint3Y" fmla="*/ 847006 h 3737093"/>
              <a:gd name="GluePoint4X" fmla="*/ 1392370 w 3571215"/>
              <a:gd name="GluePoint4Y" fmla="*/ 3639100 h 3737093"/>
              <a:gd name="GluePoint5X" fmla="*/ 393183 w 3571215"/>
              <a:gd name="GluePoint5Y" fmla="*/ 3737093 h 3737093"/>
              <a:gd name="GluePoint6X" fmla="*/ 0 w 3571215"/>
              <a:gd name="GluePoint6Y" fmla="*/ 3023156 h 373709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ftr" idx="11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2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5D8C3746-3690-4109-9B41-CEB0705533DE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74" name="Прямая соединительная линия 13"/>
          <p:cNvCxnSpPr/>
          <p:nvPr/>
        </p:nvCxnSpPr>
        <p:spPr>
          <a:xfrm>
            <a:off x="6095880" y="1319400"/>
            <a:ext cx="360" cy="4370400"/>
          </a:xfrm>
          <a:prstGeom prst="straightConnector1">
            <a:avLst/>
          </a:prstGeom>
          <a:ln>
            <a:solidFill>
              <a:srgbClr val="FFFFFF">
                <a:lumMod val="85000"/>
              </a:srgbClr>
            </a:solidFill>
            <a:headEnd type="triangle" w="med" len="med"/>
            <a:tailEnd type="triangle" w="med" len="med"/>
          </a:ln>
        </p:spPr>
      </p:cxnSp>
      <p:cxnSp>
        <p:nvCxnSpPr>
          <p:cNvPr id="175" name="Прямая соединительная линия 14"/>
          <p:cNvCxnSpPr/>
          <p:nvPr/>
        </p:nvCxnSpPr>
        <p:spPr>
          <a:xfrm flipH="1">
            <a:off x="432000" y="3504600"/>
            <a:ext cx="11340360" cy="360"/>
          </a:xfrm>
          <a:prstGeom prst="straightConnector1">
            <a:avLst/>
          </a:prstGeom>
          <a:ln>
            <a:solidFill>
              <a:srgbClr val="FFFFFF">
                <a:lumMod val="85000"/>
              </a:srgbClr>
            </a:solidFill>
            <a:headEnd type="triangle" w="med" len="med"/>
            <a:tailEnd type="triangle" w="med" len="med"/>
          </a:ln>
        </p:spPr>
      </p:cxnSp>
      <p:sp>
        <p:nvSpPr>
          <p:cNvPr id="176" name="PlaceHolder 4"/>
          <p:cNvSpPr>
            <a:spLocks noGrp="1"/>
          </p:cNvSpPr>
          <p:nvPr>
            <p:ph type="body"/>
          </p:nvPr>
        </p:nvSpPr>
        <p:spPr>
          <a:xfrm>
            <a:off x="5112000" y="951120"/>
            <a:ext cx="19796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Надпись квадранта</a:t>
            </a:r>
          </a:p>
        </p:txBody>
      </p:sp>
      <p:sp>
        <p:nvSpPr>
          <p:cNvPr id="177" name="PlaceHolder 5"/>
          <p:cNvSpPr>
            <a:spLocks noGrp="1"/>
          </p:cNvSpPr>
          <p:nvPr>
            <p:ph type="body"/>
          </p:nvPr>
        </p:nvSpPr>
        <p:spPr>
          <a:xfrm>
            <a:off x="5105880" y="5857560"/>
            <a:ext cx="19796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Надпись квадранта</a:t>
            </a:r>
          </a:p>
        </p:txBody>
      </p:sp>
      <p:sp>
        <p:nvSpPr>
          <p:cNvPr id="178" name="PlaceHolder 6"/>
          <p:cNvSpPr>
            <a:spLocks noGrp="1"/>
          </p:cNvSpPr>
          <p:nvPr>
            <p:ph type="body"/>
          </p:nvPr>
        </p:nvSpPr>
        <p:spPr>
          <a:xfrm>
            <a:off x="432000" y="3187800"/>
            <a:ext cx="19796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Надпись квадранта</a:t>
            </a:r>
          </a:p>
        </p:txBody>
      </p:sp>
      <p:sp>
        <p:nvSpPr>
          <p:cNvPr id="179" name="PlaceHolder 7"/>
          <p:cNvSpPr>
            <a:spLocks noGrp="1"/>
          </p:cNvSpPr>
          <p:nvPr>
            <p:ph type="body"/>
          </p:nvPr>
        </p:nvSpPr>
        <p:spPr>
          <a:xfrm>
            <a:off x="9792000" y="3187800"/>
            <a:ext cx="1979640" cy="25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Надпись квадранта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 столбца, с рамками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81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182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83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185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86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87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88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744480" y="2463840"/>
            <a:ext cx="3725640" cy="33141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180000" tIns="180000" rIns="18000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  <p:sp>
        <p:nvSpPr>
          <p:cNvPr id="191" name="PlaceHolder 3"/>
          <p:cNvSpPr>
            <a:spLocks noGrp="1"/>
          </p:cNvSpPr>
          <p:nvPr>
            <p:ph type="ftr" idx="13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sldNum" idx="14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1A6C7379-45A6-4CFA-B1D3-45EC06F66810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Текст 4"/>
          <p:cNvSpPr/>
          <p:nvPr/>
        </p:nvSpPr>
        <p:spPr>
          <a:xfrm>
            <a:off x="4614120" y="2463840"/>
            <a:ext cx="3726000" cy="33138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00" tIns="180000" rIns="18000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body"/>
          </p:nvPr>
        </p:nvSpPr>
        <p:spPr>
          <a:xfrm>
            <a:off x="8484120" y="2463840"/>
            <a:ext cx="2963160" cy="33138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180000" tIns="180000" rIns="18000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  <p:sp>
        <p:nvSpPr>
          <p:cNvPr id="195" name="PlaceHolder 6"/>
          <p:cNvSpPr>
            <a:spLocks noGrp="1"/>
          </p:cNvSpPr>
          <p:nvPr>
            <p:ph type="body"/>
          </p:nvPr>
        </p:nvSpPr>
        <p:spPr>
          <a:xfrm>
            <a:off x="431640" y="1080000"/>
            <a:ext cx="1133928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Подзаголовок</a:t>
            </a:r>
          </a:p>
        </p:txBody>
      </p:sp>
      <p:sp>
        <p:nvSpPr>
          <p:cNvPr id="196" name="PlaceHolder 7"/>
          <p:cNvSpPr>
            <a:spLocks noGrp="1"/>
          </p:cNvSpPr>
          <p:nvPr>
            <p:ph type="body"/>
          </p:nvPr>
        </p:nvSpPr>
        <p:spPr>
          <a:xfrm>
            <a:off x="744120" y="1647360"/>
            <a:ext cx="2975040" cy="647640"/>
          </a:xfrm>
          <a:prstGeom prst="rect">
            <a:avLst/>
          </a:prstGeom>
          <a:noFill/>
          <a:ln w="0">
            <a:solidFill>
              <a:schemeClr val="accent1"/>
            </a:solidFill>
          </a:ln>
        </p:spPr>
        <p:txBody>
          <a:bodyPr lIns="0" tIns="10800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Название раздела 1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97" name="PlaceHolder 8"/>
          <p:cNvSpPr>
            <a:spLocks noGrp="1"/>
          </p:cNvSpPr>
          <p:nvPr>
            <p:ph type="body"/>
          </p:nvPr>
        </p:nvSpPr>
        <p:spPr>
          <a:xfrm>
            <a:off x="4608360" y="1647000"/>
            <a:ext cx="2975040" cy="647640"/>
          </a:xfrm>
          <a:prstGeom prst="rect">
            <a:avLst/>
          </a:prstGeom>
          <a:noFill/>
          <a:ln w="0">
            <a:solidFill>
              <a:schemeClr val="accent2"/>
            </a:solidFill>
          </a:ln>
        </p:spPr>
        <p:txBody>
          <a:bodyPr lIns="0" tIns="10800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Название раздела 2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198" name="PlaceHolder 9"/>
          <p:cNvSpPr>
            <a:spLocks noGrp="1"/>
          </p:cNvSpPr>
          <p:nvPr>
            <p:ph type="body"/>
          </p:nvPr>
        </p:nvSpPr>
        <p:spPr>
          <a:xfrm>
            <a:off x="8484120" y="1647360"/>
            <a:ext cx="2975040" cy="647640"/>
          </a:xfrm>
          <a:prstGeom prst="rect">
            <a:avLst/>
          </a:prstGeom>
          <a:noFill/>
          <a:ln w="0">
            <a:solidFill>
              <a:schemeClr val="accent3"/>
            </a:solidFill>
          </a:ln>
        </p:spPr>
        <p:txBody>
          <a:bodyPr lIns="0" tIns="10800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Название раздела 3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Временная шкала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00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201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02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204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05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06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07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ftr" idx="15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6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18E39803-2A6C-4618-B8E3-3F9D2FDF5E2C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431640" y="1080000"/>
            <a:ext cx="1133928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Подзаголовок</a:t>
            </a:r>
          </a:p>
        </p:txBody>
      </p:sp>
      <p:cxnSp>
        <p:nvCxnSpPr>
          <p:cNvPr id="212" name="Прямая со стрелкой 14"/>
          <p:cNvCxnSpPr/>
          <p:nvPr/>
        </p:nvCxnSpPr>
        <p:spPr>
          <a:xfrm>
            <a:off x="431640" y="3866400"/>
            <a:ext cx="1134000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tailEnd type="triangle" w="med" len="med"/>
          </a:ln>
        </p:spPr>
      </p:cxnSp>
      <p:sp>
        <p:nvSpPr>
          <p:cNvPr id="213" name="PlaceHolder 5"/>
          <p:cNvSpPr>
            <a:spLocks noGrp="1"/>
          </p:cNvSpPr>
          <p:nvPr>
            <p:ph type="body"/>
          </p:nvPr>
        </p:nvSpPr>
        <p:spPr>
          <a:xfrm>
            <a:off x="412920" y="3972960"/>
            <a:ext cx="41508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Год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14" name="PlaceHolder 6"/>
          <p:cNvSpPr>
            <a:spLocks noGrp="1"/>
          </p:cNvSpPr>
          <p:nvPr>
            <p:ph type="body"/>
          </p:nvPr>
        </p:nvSpPr>
        <p:spPr>
          <a:xfrm>
            <a:off x="4316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15" name="PlaceHolder 7"/>
          <p:cNvSpPr>
            <a:spLocks noGrp="1"/>
          </p:cNvSpPr>
          <p:nvPr>
            <p:ph type="body"/>
          </p:nvPr>
        </p:nvSpPr>
        <p:spPr>
          <a:xfrm>
            <a:off x="9039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16" name="PlaceHolder 8"/>
          <p:cNvSpPr>
            <a:spLocks noGrp="1"/>
          </p:cNvSpPr>
          <p:nvPr>
            <p:ph type="body"/>
          </p:nvPr>
        </p:nvSpPr>
        <p:spPr>
          <a:xfrm>
            <a:off x="137592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17" name="PlaceHolder 9"/>
          <p:cNvSpPr>
            <a:spLocks noGrp="1"/>
          </p:cNvSpPr>
          <p:nvPr>
            <p:ph type="body"/>
          </p:nvPr>
        </p:nvSpPr>
        <p:spPr>
          <a:xfrm>
            <a:off x="18478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18" name="PlaceHolder 10"/>
          <p:cNvSpPr>
            <a:spLocks noGrp="1"/>
          </p:cNvSpPr>
          <p:nvPr>
            <p:ph type="body"/>
          </p:nvPr>
        </p:nvSpPr>
        <p:spPr>
          <a:xfrm>
            <a:off x="6077160" y="3972960"/>
            <a:ext cx="41508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Год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19" name="PlaceHolder 11"/>
          <p:cNvSpPr>
            <a:spLocks noGrp="1"/>
          </p:cNvSpPr>
          <p:nvPr>
            <p:ph type="body"/>
          </p:nvPr>
        </p:nvSpPr>
        <p:spPr>
          <a:xfrm>
            <a:off x="23198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20" name="PlaceHolder 12"/>
          <p:cNvSpPr>
            <a:spLocks noGrp="1"/>
          </p:cNvSpPr>
          <p:nvPr>
            <p:ph type="body"/>
          </p:nvPr>
        </p:nvSpPr>
        <p:spPr>
          <a:xfrm>
            <a:off x="279180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21" name="PlaceHolder 13"/>
          <p:cNvSpPr>
            <a:spLocks noGrp="1"/>
          </p:cNvSpPr>
          <p:nvPr>
            <p:ph type="body"/>
          </p:nvPr>
        </p:nvSpPr>
        <p:spPr>
          <a:xfrm>
            <a:off x="32637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22" name="PlaceHolder 14"/>
          <p:cNvSpPr>
            <a:spLocks noGrp="1"/>
          </p:cNvSpPr>
          <p:nvPr>
            <p:ph type="body"/>
          </p:nvPr>
        </p:nvSpPr>
        <p:spPr>
          <a:xfrm>
            <a:off x="468000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23" name="PlaceHolder 15"/>
          <p:cNvSpPr>
            <a:spLocks noGrp="1"/>
          </p:cNvSpPr>
          <p:nvPr>
            <p:ph type="body"/>
          </p:nvPr>
        </p:nvSpPr>
        <p:spPr>
          <a:xfrm>
            <a:off x="37360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24" name="PlaceHolder 16"/>
          <p:cNvSpPr>
            <a:spLocks noGrp="1"/>
          </p:cNvSpPr>
          <p:nvPr>
            <p:ph type="body"/>
          </p:nvPr>
        </p:nvSpPr>
        <p:spPr>
          <a:xfrm>
            <a:off x="42080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25" name="PlaceHolder 17"/>
          <p:cNvSpPr>
            <a:spLocks noGrp="1"/>
          </p:cNvSpPr>
          <p:nvPr>
            <p:ph type="body"/>
          </p:nvPr>
        </p:nvSpPr>
        <p:spPr>
          <a:xfrm>
            <a:off x="51519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26" name="PlaceHolder 18"/>
          <p:cNvSpPr>
            <a:spLocks noGrp="1"/>
          </p:cNvSpPr>
          <p:nvPr>
            <p:ph type="body"/>
          </p:nvPr>
        </p:nvSpPr>
        <p:spPr>
          <a:xfrm>
            <a:off x="562392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27" name="PlaceHolder 19"/>
          <p:cNvSpPr>
            <a:spLocks noGrp="1"/>
          </p:cNvSpPr>
          <p:nvPr>
            <p:ph type="body"/>
          </p:nvPr>
        </p:nvSpPr>
        <p:spPr>
          <a:xfrm>
            <a:off x="60958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28" name="PlaceHolder 20"/>
          <p:cNvSpPr>
            <a:spLocks noGrp="1"/>
          </p:cNvSpPr>
          <p:nvPr>
            <p:ph type="body"/>
          </p:nvPr>
        </p:nvSpPr>
        <p:spPr>
          <a:xfrm>
            <a:off x="65678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29" name="PlaceHolder 21"/>
          <p:cNvSpPr>
            <a:spLocks noGrp="1"/>
          </p:cNvSpPr>
          <p:nvPr>
            <p:ph type="body"/>
          </p:nvPr>
        </p:nvSpPr>
        <p:spPr>
          <a:xfrm>
            <a:off x="70401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30" name="PlaceHolder 22"/>
          <p:cNvSpPr>
            <a:spLocks noGrp="1"/>
          </p:cNvSpPr>
          <p:nvPr>
            <p:ph type="body"/>
          </p:nvPr>
        </p:nvSpPr>
        <p:spPr>
          <a:xfrm>
            <a:off x="751212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31" name="PlaceHolder 23"/>
          <p:cNvSpPr>
            <a:spLocks noGrp="1"/>
          </p:cNvSpPr>
          <p:nvPr>
            <p:ph type="body"/>
          </p:nvPr>
        </p:nvSpPr>
        <p:spPr>
          <a:xfrm>
            <a:off x="79840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32" name="PlaceHolder 24"/>
          <p:cNvSpPr>
            <a:spLocks noGrp="1"/>
          </p:cNvSpPr>
          <p:nvPr>
            <p:ph type="body"/>
          </p:nvPr>
        </p:nvSpPr>
        <p:spPr>
          <a:xfrm>
            <a:off x="84560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33" name="PlaceHolder 25"/>
          <p:cNvSpPr>
            <a:spLocks noGrp="1"/>
          </p:cNvSpPr>
          <p:nvPr>
            <p:ph type="body"/>
          </p:nvPr>
        </p:nvSpPr>
        <p:spPr>
          <a:xfrm>
            <a:off x="892800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34" name="PlaceHolder 26"/>
          <p:cNvSpPr>
            <a:spLocks noGrp="1"/>
          </p:cNvSpPr>
          <p:nvPr>
            <p:ph type="body"/>
          </p:nvPr>
        </p:nvSpPr>
        <p:spPr>
          <a:xfrm>
            <a:off x="1034424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35" name="PlaceHolder 27"/>
          <p:cNvSpPr>
            <a:spLocks noGrp="1"/>
          </p:cNvSpPr>
          <p:nvPr>
            <p:ph type="body"/>
          </p:nvPr>
        </p:nvSpPr>
        <p:spPr>
          <a:xfrm>
            <a:off x="93999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36" name="PlaceHolder 28"/>
          <p:cNvSpPr>
            <a:spLocks noGrp="1"/>
          </p:cNvSpPr>
          <p:nvPr>
            <p:ph type="body"/>
          </p:nvPr>
        </p:nvSpPr>
        <p:spPr>
          <a:xfrm>
            <a:off x="987228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37" name="PlaceHolder 29"/>
          <p:cNvSpPr>
            <a:spLocks noGrp="1"/>
          </p:cNvSpPr>
          <p:nvPr>
            <p:ph type="body"/>
          </p:nvPr>
        </p:nvSpPr>
        <p:spPr>
          <a:xfrm>
            <a:off x="1081620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38" name="PlaceHolder 30"/>
          <p:cNvSpPr>
            <a:spLocks noGrp="1"/>
          </p:cNvSpPr>
          <p:nvPr>
            <p:ph type="body"/>
          </p:nvPr>
        </p:nvSpPr>
        <p:spPr>
          <a:xfrm>
            <a:off x="11288160" y="3597480"/>
            <a:ext cx="377640" cy="20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alibri Light"/>
              </a:rPr>
              <a:t>ММ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39" name="PlaceHolder 31"/>
          <p:cNvSpPr>
            <a:spLocks noGrp="1"/>
          </p:cNvSpPr>
          <p:nvPr>
            <p:ph type="body"/>
          </p:nvPr>
        </p:nvSpPr>
        <p:spPr>
          <a:xfrm>
            <a:off x="5361120" y="2190600"/>
            <a:ext cx="1793520" cy="561600"/>
          </a:xfrm>
          <a:prstGeom prst="rect">
            <a:avLst/>
          </a:prstGeom>
          <a:noFill/>
          <a:ln w="0">
            <a:noFill/>
          </a:ln>
        </p:spPr>
        <p:txBody>
          <a:bodyPr lIns="0" tIns="3600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Название элемента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40" name="PlaceHolder 32"/>
          <p:cNvSpPr>
            <a:spLocks noGrp="1"/>
          </p:cNvSpPr>
          <p:nvPr>
            <p:ph type="body"/>
          </p:nvPr>
        </p:nvSpPr>
        <p:spPr>
          <a:xfrm>
            <a:off x="5395680" y="2531160"/>
            <a:ext cx="1724040" cy="1854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месяц, год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Участники группы 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42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243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44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246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47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48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49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ftr" idx="17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8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5E268DAE-EEEF-40BA-B7B1-C5975E7D805E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234000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Название</a:t>
            </a:r>
          </a:p>
        </p:txBody>
      </p:sp>
      <p:sp>
        <p:nvSpPr>
          <p:cNvPr id="254" name="PlaceHolder 5"/>
          <p:cNvSpPr>
            <a:spLocks noGrp="1"/>
          </p:cNvSpPr>
          <p:nvPr>
            <p:ph type="body"/>
          </p:nvPr>
        </p:nvSpPr>
        <p:spPr>
          <a:xfrm>
            <a:off x="424836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Название</a:t>
            </a:r>
          </a:p>
        </p:txBody>
      </p:sp>
      <p:sp>
        <p:nvSpPr>
          <p:cNvPr id="255" name="PlaceHolder 6"/>
          <p:cNvSpPr>
            <a:spLocks noGrp="1"/>
          </p:cNvSpPr>
          <p:nvPr>
            <p:ph type="body"/>
          </p:nvPr>
        </p:nvSpPr>
        <p:spPr>
          <a:xfrm>
            <a:off x="615672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Название</a:t>
            </a:r>
          </a:p>
        </p:txBody>
      </p:sp>
      <p:sp>
        <p:nvSpPr>
          <p:cNvPr id="256" name="PlaceHolder 7"/>
          <p:cNvSpPr>
            <a:spLocks noGrp="1"/>
          </p:cNvSpPr>
          <p:nvPr>
            <p:ph type="body"/>
          </p:nvPr>
        </p:nvSpPr>
        <p:spPr>
          <a:xfrm>
            <a:off x="806508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Название</a:t>
            </a:r>
          </a:p>
        </p:txBody>
      </p:sp>
      <p:sp>
        <p:nvSpPr>
          <p:cNvPr id="257" name="PlaceHolder 8"/>
          <p:cNvSpPr>
            <a:spLocks noGrp="1"/>
          </p:cNvSpPr>
          <p:nvPr>
            <p:ph type="body"/>
          </p:nvPr>
        </p:nvSpPr>
        <p:spPr>
          <a:xfrm>
            <a:off x="43164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Полное имя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58" name="PlaceHolder 9"/>
          <p:cNvSpPr>
            <a:spLocks noGrp="1"/>
          </p:cNvSpPr>
          <p:nvPr>
            <p:ph type="body"/>
          </p:nvPr>
        </p:nvSpPr>
        <p:spPr>
          <a:xfrm>
            <a:off x="234000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Полное имя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59" name="PlaceHolder 10"/>
          <p:cNvSpPr>
            <a:spLocks noGrp="1"/>
          </p:cNvSpPr>
          <p:nvPr>
            <p:ph type="body"/>
          </p:nvPr>
        </p:nvSpPr>
        <p:spPr>
          <a:xfrm>
            <a:off x="424836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Полное имя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60" name="PlaceHolder 11"/>
          <p:cNvSpPr>
            <a:spLocks noGrp="1"/>
          </p:cNvSpPr>
          <p:nvPr>
            <p:ph type="body"/>
          </p:nvPr>
        </p:nvSpPr>
        <p:spPr>
          <a:xfrm>
            <a:off x="615672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Полное имя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61" name="PlaceHolder 12"/>
          <p:cNvSpPr>
            <a:spLocks noGrp="1"/>
          </p:cNvSpPr>
          <p:nvPr>
            <p:ph type="body"/>
          </p:nvPr>
        </p:nvSpPr>
        <p:spPr>
          <a:xfrm>
            <a:off x="8065080" y="3926160"/>
            <a:ext cx="179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Полное имя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62" name="PlaceHolder 13"/>
          <p:cNvSpPr>
            <a:spLocks noGrp="1"/>
          </p:cNvSpPr>
          <p:nvPr>
            <p:ph type="body"/>
          </p:nvPr>
        </p:nvSpPr>
        <p:spPr>
          <a:xfrm>
            <a:off x="43164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Название</a:t>
            </a:r>
          </a:p>
        </p:txBody>
      </p:sp>
      <p:sp>
        <p:nvSpPr>
          <p:cNvPr id="263" name="PlaceHolder 14"/>
          <p:cNvSpPr>
            <a:spLocks noGrp="1"/>
          </p:cNvSpPr>
          <p:nvPr>
            <p:ph type="body"/>
          </p:nvPr>
        </p:nvSpPr>
        <p:spPr>
          <a:xfrm>
            <a:off x="717120" y="2160720"/>
            <a:ext cx="1229040" cy="1229040"/>
          </a:xfrm>
          <a:prstGeom prst="rect">
            <a:avLst/>
          </a:prstGeom>
          <a:solidFill>
            <a:schemeClr val="lt1">
              <a:lumMod val="95000"/>
            </a:schemeClr>
          </a:solidFill>
          <a:ln w="3240">
            <a:solidFill>
              <a:schemeClr val="lt1">
                <a:lumMod val="75000"/>
              </a:schemeClr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64" name="PlaceHolder 15"/>
          <p:cNvSpPr>
            <a:spLocks noGrp="1"/>
          </p:cNvSpPr>
          <p:nvPr>
            <p:ph type="body"/>
          </p:nvPr>
        </p:nvSpPr>
        <p:spPr>
          <a:xfrm>
            <a:off x="2625480" y="2160720"/>
            <a:ext cx="1229040" cy="1229040"/>
          </a:xfrm>
          <a:prstGeom prst="rect">
            <a:avLst/>
          </a:prstGeom>
          <a:solidFill>
            <a:schemeClr val="lt1">
              <a:lumMod val="95000"/>
            </a:schemeClr>
          </a:solidFill>
          <a:ln w="3240">
            <a:solidFill>
              <a:schemeClr val="lt1">
                <a:lumMod val="75000"/>
              </a:schemeClr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65" name="PlaceHolder 16"/>
          <p:cNvSpPr>
            <a:spLocks noGrp="1"/>
          </p:cNvSpPr>
          <p:nvPr>
            <p:ph type="body"/>
          </p:nvPr>
        </p:nvSpPr>
        <p:spPr>
          <a:xfrm>
            <a:off x="4533840" y="2160720"/>
            <a:ext cx="1229040" cy="1229040"/>
          </a:xfrm>
          <a:prstGeom prst="rect">
            <a:avLst/>
          </a:prstGeom>
          <a:solidFill>
            <a:schemeClr val="lt1">
              <a:lumMod val="95000"/>
            </a:schemeClr>
          </a:solidFill>
          <a:ln w="3240">
            <a:solidFill>
              <a:schemeClr val="lt1">
                <a:lumMod val="75000"/>
              </a:schemeClr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66" name="PlaceHolder 17"/>
          <p:cNvSpPr>
            <a:spLocks noGrp="1"/>
          </p:cNvSpPr>
          <p:nvPr>
            <p:ph type="body"/>
          </p:nvPr>
        </p:nvSpPr>
        <p:spPr>
          <a:xfrm>
            <a:off x="6442200" y="2160720"/>
            <a:ext cx="1229040" cy="1229040"/>
          </a:xfrm>
          <a:prstGeom prst="rect">
            <a:avLst/>
          </a:prstGeom>
          <a:solidFill>
            <a:schemeClr val="lt1">
              <a:lumMod val="95000"/>
            </a:schemeClr>
          </a:solidFill>
          <a:ln w="3240">
            <a:solidFill>
              <a:schemeClr val="lt1">
                <a:lumMod val="75000"/>
              </a:schemeClr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67" name="PlaceHolder 18"/>
          <p:cNvSpPr>
            <a:spLocks noGrp="1"/>
          </p:cNvSpPr>
          <p:nvPr>
            <p:ph type="body"/>
          </p:nvPr>
        </p:nvSpPr>
        <p:spPr>
          <a:xfrm>
            <a:off x="8350200" y="2160720"/>
            <a:ext cx="1229040" cy="1229040"/>
          </a:xfrm>
          <a:prstGeom prst="rect">
            <a:avLst/>
          </a:prstGeom>
          <a:solidFill>
            <a:schemeClr val="lt1">
              <a:lumMod val="95000"/>
            </a:schemeClr>
          </a:solidFill>
          <a:ln w="3240">
            <a:solidFill>
              <a:schemeClr val="lt1">
                <a:lumMod val="75000"/>
              </a:schemeClr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68" name="PlaceHolder 19"/>
          <p:cNvSpPr>
            <a:spLocks noGrp="1"/>
          </p:cNvSpPr>
          <p:nvPr>
            <p:ph type="body"/>
          </p:nvPr>
        </p:nvSpPr>
        <p:spPr>
          <a:xfrm>
            <a:off x="10258560" y="2160720"/>
            <a:ext cx="1229040" cy="1229040"/>
          </a:xfrm>
          <a:prstGeom prst="rect">
            <a:avLst/>
          </a:prstGeom>
          <a:solidFill>
            <a:schemeClr val="lt1">
              <a:lumMod val="95000"/>
            </a:schemeClr>
          </a:solidFill>
          <a:ln w="3240">
            <a:solidFill>
              <a:schemeClr val="lt1">
                <a:lumMod val="75000"/>
              </a:schemeClr>
            </a:solidFill>
            <a:round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69" name="PlaceHolder 20"/>
          <p:cNvSpPr>
            <a:spLocks noGrp="1"/>
          </p:cNvSpPr>
          <p:nvPr>
            <p:ph type="body"/>
          </p:nvPr>
        </p:nvSpPr>
        <p:spPr>
          <a:xfrm>
            <a:off x="9973440" y="3925800"/>
            <a:ext cx="1799640" cy="50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Полное имя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270" name="PlaceHolder 21"/>
          <p:cNvSpPr>
            <a:spLocks noGrp="1"/>
          </p:cNvSpPr>
          <p:nvPr>
            <p:ph type="body"/>
          </p:nvPr>
        </p:nvSpPr>
        <p:spPr>
          <a:xfrm>
            <a:off x="9973440" y="4505400"/>
            <a:ext cx="179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Название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Только заголовок и подзаголовок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72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273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74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276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77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78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79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80" name="Полилиния: Фигура 28"/>
          <p:cNvSpPr/>
          <p:nvPr/>
        </p:nvSpPr>
        <p:spPr>
          <a:xfrm rot="4308600">
            <a:off x="8139240" y="-52560"/>
            <a:ext cx="648360" cy="777240"/>
          </a:xfrm>
          <a:custGeom>
            <a:avLst/>
            <a:gdLst>
              <a:gd name="textAreaLeft" fmla="*/ 0 w 648360"/>
              <a:gd name="textAreaRight" fmla="*/ 648720 w 648360"/>
              <a:gd name="textAreaTop" fmla="*/ 0 h 777240"/>
              <a:gd name="textAreaBottom" fmla="*/ 777600 h 777240"/>
              <a:gd name="GluePoint1X" fmla="*/ 0 w 648657"/>
              <a:gd name="GluePoint1Y" fmla="*/ 777553 h 777553"/>
              <a:gd name="GluePoint2X" fmla="*/ 255474 w 648657"/>
              <a:gd name="GluePoint2Y" fmla="*/ 0 h 777553"/>
              <a:gd name="GluePoint3X" fmla="*/ 648657 w 648657"/>
              <a:gd name="GluePoint3Y" fmla="*/ 713937 h 777553"/>
              <a:gd name="GluePoint4X" fmla="*/ 0 w 648657"/>
              <a:gd name="GluePoint4Y" fmla="*/ 777553 h 77755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81" name="Полилиния: Фигура 26"/>
          <p:cNvSpPr/>
          <p:nvPr/>
        </p:nvSpPr>
        <p:spPr>
          <a:xfrm rot="4308600">
            <a:off x="8878680" y="-532440"/>
            <a:ext cx="3570840" cy="3736800"/>
          </a:xfrm>
          <a:custGeom>
            <a:avLst/>
            <a:gdLst>
              <a:gd name="textAreaLeft" fmla="*/ 0 w 3570840"/>
              <a:gd name="textAreaRight" fmla="*/ 3571200 w 3570840"/>
              <a:gd name="textAreaTop" fmla="*/ 0 h 3736800"/>
              <a:gd name="textAreaBottom" fmla="*/ 3737160 h 3736800"/>
              <a:gd name="GluePoint1X" fmla="*/ 0 w 3571215"/>
              <a:gd name="GluePoint1Y" fmla="*/ 3023156 h 3737093"/>
              <a:gd name="GluePoint2X" fmla="*/ 993291 w 3571215"/>
              <a:gd name="GluePoint2Y" fmla="*/ 0 h 3737093"/>
              <a:gd name="GluePoint3X" fmla="*/ 3571215 w 3571215"/>
              <a:gd name="GluePoint3Y" fmla="*/ 847006 h 3737093"/>
              <a:gd name="GluePoint4X" fmla="*/ 1392370 w 3571215"/>
              <a:gd name="GluePoint4Y" fmla="*/ 3639100 h 3737093"/>
              <a:gd name="GluePoint5X" fmla="*/ 393183 w 3571215"/>
              <a:gd name="GluePoint5Y" fmla="*/ 3737093 h 3737093"/>
              <a:gd name="GluePoint6X" fmla="*/ 0 w 3571215"/>
              <a:gd name="GluePoint6Y" fmla="*/ 3023156 h 373709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ftr" idx="19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20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AC466B9C-D7B9-4CF1-B505-04B548633A50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Полилиния: Фигура 13"/>
          <p:cNvSpPr/>
          <p:nvPr/>
        </p:nvSpPr>
        <p:spPr>
          <a:xfrm rot="4308600">
            <a:off x="9191520" y="1651680"/>
            <a:ext cx="1980360" cy="2066040"/>
          </a:xfrm>
          <a:custGeom>
            <a:avLst/>
            <a:gdLst>
              <a:gd name="textAreaLeft" fmla="*/ 0 w 1980360"/>
              <a:gd name="textAreaRight" fmla="*/ 1980720 w 1980360"/>
              <a:gd name="textAreaTop" fmla="*/ 0 h 2066040"/>
              <a:gd name="textAreaBottom" fmla="*/ 2066400 h 2066040"/>
              <a:gd name="GluePoint1X" fmla="*/ 0 w 1980696"/>
              <a:gd name="GluePoint1Y" fmla="*/ 2066510 h 2066510"/>
              <a:gd name="GluePoint2X" fmla="*/ 1138078 w 1980696"/>
              <a:gd name="GluePoint2Y" fmla="*/ 0 h 2066510"/>
              <a:gd name="GluePoint3X" fmla="*/ 1980696 w 1980696"/>
              <a:gd name="GluePoint3Y" fmla="*/ 1530016 h 2066510"/>
              <a:gd name="GluePoint4X" fmla="*/ 1459417 w 1980696"/>
              <a:gd name="GluePoint4Y" fmla="*/ 2066510 h 20665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86" name="Полилиния: Фигура 18"/>
          <p:cNvSpPr/>
          <p:nvPr/>
        </p:nvSpPr>
        <p:spPr>
          <a:xfrm rot="13830600">
            <a:off x="9457200" y="3978000"/>
            <a:ext cx="346320" cy="205920"/>
          </a:xfrm>
          <a:custGeom>
            <a:avLst/>
            <a:gdLst>
              <a:gd name="textAreaLeft" fmla="*/ 0 w 346320"/>
              <a:gd name="textAreaRight" fmla="*/ 346680 w 346320"/>
              <a:gd name="textAreaTop" fmla="*/ 0 h 205920"/>
              <a:gd name="textAreaBottom" fmla="*/ 206280 h 205920"/>
              <a:gd name="GluePoint1X" fmla="*/ 346713 w 346713"/>
              <a:gd name="GluePoint1Y" fmla="*/ 206124 h 206124"/>
              <a:gd name="GluePoint2X" fmla="*/ 0 w 346713"/>
              <a:gd name="GluePoint2Y" fmla="*/ 206124 h 206124"/>
              <a:gd name="GluePoint3X" fmla="*/ 86666 w 346713"/>
              <a:gd name="GluePoint3Y" fmla="*/ 0 h 206124"/>
              <a:gd name="GluePoint4X" fmla="*/ 346713 w 346713"/>
              <a:gd name="GluePoint4Y" fmla="*/ 206124 h 2061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87" name="Полилиния: Фигура 17"/>
          <p:cNvSpPr/>
          <p:nvPr/>
        </p:nvSpPr>
        <p:spPr>
          <a:xfrm rot="12430800">
            <a:off x="9528840" y="3714120"/>
            <a:ext cx="710280" cy="335160"/>
          </a:xfrm>
          <a:custGeom>
            <a:avLst/>
            <a:gdLst>
              <a:gd name="textAreaLeft" fmla="*/ 0 w 710280"/>
              <a:gd name="textAreaRight" fmla="*/ 710640 w 710280"/>
              <a:gd name="textAreaTop" fmla="*/ 0 h 335160"/>
              <a:gd name="textAreaBottom" fmla="*/ 335520 h 335160"/>
              <a:gd name="GluePoint1X" fmla="*/ 710669 w 710669"/>
              <a:gd name="GluePoint1Y" fmla="*/ 176660 h 335543"/>
              <a:gd name="GluePoint2X" fmla="*/ 0 w 710669"/>
              <a:gd name="GluePoint2Y" fmla="*/ 335543 h 335543"/>
              <a:gd name="GluePoint3X" fmla="*/ 141082 w 710669"/>
              <a:gd name="GluePoint3Y" fmla="*/ 0 h 335543"/>
              <a:gd name="GluePoint4X" fmla="*/ 487795 w 710669"/>
              <a:gd name="GluePoint4Y" fmla="*/ 0 h 335543"/>
              <a:gd name="GluePoint5X" fmla="*/ 710669 w 710669"/>
              <a:gd name="GluePoint5Y" fmla="*/ 176660 h 3355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88" name="Полилиния: Фигура 19"/>
          <p:cNvSpPr/>
          <p:nvPr/>
        </p:nvSpPr>
        <p:spPr>
          <a:xfrm rot="4308600">
            <a:off x="8785800" y="1075680"/>
            <a:ext cx="1245960" cy="1579680"/>
          </a:xfrm>
          <a:custGeom>
            <a:avLst/>
            <a:gdLst>
              <a:gd name="textAreaLeft" fmla="*/ 0 w 1245960"/>
              <a:gd name="textAreaRight" fmla="*/ 1246320 w 1245960"/>
              <a:gd name="textAreaTop" fmla="*/ 0 h 1579680"/>
              <a:gd name="textAreaBottom" fmla="*/ 1580040 h 1579680"/>
              <a:gd name="GluePoint1X" fmla="*/ 0 w 1246227"/>
              <a:gd name="GluePoint1Y" fmla="*/ 1580187 h 1580187"/>
              <a:gd name="GluePoint2X" fmla="*/ 1168783 w 1246227"/>
              <a:gd name="GluePoint2Y" fmla="*/ 0 h 1580187"/>
              <a:gd name="GluePoint3X" fmla="*/ 1246227 w 1246227"/>
              <a:gd name="GluePoint3Y" fmla="*/ 105569 h 1580187"/>
              <a:gd name="GluePoint4X" fmla="*/ 358471 w 1246227"/>
              <a:gd name="GluePoint4Y" fmla="*/ 1574380 h 1580187"/>
              <a:gd name="GluePoint5X" fmla="*/ 0 w 1246227"/>
              <a:gd name="GluePoint5Y" fmla="*/ 1580187 h 158018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89" name="Полилиния: Фигура 23"/>
          <p:cNvSpPr/>
          <p:nvPr/>
        </p:nvSpPr>
        <p:spPr>
          <a:xfrm rot="17193000">
            <a:off x="11374560" y="2846520"/>
            <a:ext cx="242640" cy="406080"/>
          </a:xfrm>
          <a:custGeom>
            <a:avLst/>
            <a:gdLst>
              <a:gd name="textAreaLeft" fmla="*/ 0 w 242640"/>
              <a:gd name="textAreaRight" fmla="*/ 243000 w 242640"/>
              <a:gd name="textAreaTop" fmla="*/ 0 h 406080"/>
              <a:gd name="textAreaBottom" fmla="*/ 406440 h 406080"/>
              <a:gd name="GluePoint1X" fmla="*/ 243160 w 243160"/>
              <a:gd name="GluePoint1Y" fmla="*/ 342071 h 406553"/>
              <a:gd name="GluePoint2X" fmla="*/ 156493 w 243160"/>
              <a:gd name="GluePoint2Y" fmla="*/ 406553 h 406553"/>
              <a:gd name="GluePoint3X" fmla="*/ 0 w 243160"/>
              <a:gd name="GluePoint3Y" fmla="*/ 0 h 406553"/>
              <a:gd name="GluePoint4X" fmla="*/ 243160 w 243160"/>
              <a:gd name="GluePoint4Y" fmla="*/ 342071 h 40655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90" name="Полилиния: Фигура 22"/>
          <p:cNvSpPr/>
          <p:nvPr/>
        </p:nvSpPr>
        <p:spPr>
          <a:xfrm rot="17193000">
            <a:off x="10878840" y="2627640"/>
            <a:ext cx="692280" cy="510120"/>
          </a:xfrm>
          <a:custGeom>
            <a:avLst/>
            <a:gdLst>
              <a:gd name="textAreaLeft" fmla="*/ 0 w 692280"/>
              <a:gd name="textAreaRight" fmla="*/ 692640 w 692280"/>
              <a:gd name="textAreaTop" fmla="*/ 0 h 510120"/>
              <a:gd name="textAreaBottom" fmla="*/ 510480 h 51012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91" name="PlaceHolder 4"/>
          <p:cNvSpPr>
            <a:spLocks noGrp="1"/>
          </p:cNvSpPr>
          <p:nvPr>
            <p:ph type="body"/>
          </p:nvPr>
        </p:nvSpPr>
        <p:spPr>
          <a:xfrm>
            <a:off x="431640" y="1080000"/>
            <a:ext cx="1133928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Подзаголовок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Титульный слайд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93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294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95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297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98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299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00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01" name="Прямоугольник 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02" name="Прямоугольник 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03" name="Прямоугольник 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04" name="Прямоугольник 1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body"/>
          </p:nvPr>
        </p:nvSpPr>
        <p:spPr>
          <a:xfrm>
            <a:off x="86760" y="86760"/>
            <a:ext cx="6008760" cy="6684120"/>
          </a:xfrm>
          <a:prstGeom prst="rect">
            <a:avLst/>
          </a:prstGeom>
          <a:solidFill>
            <a:schemeClr val="lt1">
              <a:lumMod val="85000"/>
            </a:schemeClr>
          </a:solidFill>
          <a:ln w="0">
            <a:noFill/>
          </a:ln>
        </p:spPr>
        <p:txBody>
          <a:bodyPr lIns="0" tIns="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Вставьте или перетащите изображение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title"/>
          </p:nvPr>
        </p:nvSpPr>
        <p:spPr>
          <a:xfrm>
            <a:off x="6095880" y="86760"/>
            <a:ext cx="6008760" cy="4068000"/>
          </a:xfrm>
          <a:prstGeom prst="rect">
            <a:avLst/>
          </a:pr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288000" tIns="0" rIns="432000" bIns="144000" anchor="b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ru-RU" sz="4200" b="0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Щелкните, чтобы изменить </a:t>
            </a:r>
            <a:r>
              <a:rPr sz="4200"/>
              <a:t/>
            </a:r>
            <a:br>
              <a:rPr sz="4200"/>
            </a:br>
            <a:r>
              <a:rPr lang="ru-RU" sz="4200" b="0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Стиль образца заголовка</a:t>
            </a:r>
            <a:endParaRPr lang="ru-RU" sz="4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21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85F2713-B007-4968-8027-C857ED8D4C37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Надпись 5"/>
          <p:cNvSpPr/>
          <p:nvPr/>
        </p:nvSpPr>
        <p:spPr>
          <a:xfrm>
            <a:off x="5861880" y="661320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Только заголовок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10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311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12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314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15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16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17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18" name="Полилиния: Фигура 14"/>
          <p:cNvSpPr/>
          <p:nvPr/>
        </p:nvSpPr>
        <p:spPr>
          <a:xfrm rot="14199000">
            <a:off x="10161720" y="-235440"/>
            <a:ext cx="1956600" cy="1399320"/>
          </a:xfrm>
          <a:custGeom>
            <a:avLst/>
            <a:gdLst>
              <a:gd name="textAreaLeft" fmla="*/ 0 w 1956600"/>
              <a:gd name="textAreaRight" fmla="*/ 1956960 w 1956600"/>
              <a:gd name="textAreaTop" fmla="*/ 0 h 1399320"/>
              <a:gd name="textAreaBottom" fmla="*/ 1399680 h 1399320"/>
              <a:gd name="GluePoint1X" fmla="*/ 0 w 1957093"/>
              <a:gd name="GluePoint1Y" fmla="*/ 318772 h 1399810"/>
              <a:gd name="GluePoint2X" fmla="*/ 858544 w 1957093"/>
              <a:gd name="GluePoint2Y" fmla="*/ 36067 h 1399810"/>
              <a:gd name="GluePoint3X" fmla="*/ 1957093 w 1957093"/>
              <a:gd name="GluePoint3Y" fmla="*/ 0 h 1399810"/>
              <a:gd name="GluePoint4X" fmla="*/ 1012700 w 1957093"/>
              <a:gd name="GluePoint4Y" fmla="*/ 1399810 h 1399810"/>
              <a:gd name="GluePoint5X" fmla="*/ 172487 w 1957093"/>
              <a:gd name="GluePoint5Y" fmla="*/ 1221089 h 1399810"/>
              <a:gd name="GluePoint6X" fmla="*/ 0 w 1957093"/>
              <a:gd name="GluePoint6Y" fmla="*/ 318772 h 13998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19" name="Полилиния: Фигура 13"/>
          <p:cNvSpPr/>
          <p:nvPr/>
        </p:nvSpPr>
        <p:spPr>
          <a:xfrm rot="6973800">
            <a:off x="9800280" y="198000"/>
            <a:ext cx="747720" cy="780480"/>
          </a:xfrm>
          <a:custGeom>
            <a:avLst/>
            <a:gdLst>
              <a:gd name="textAreaLeft" fmla="*/ 0 w 747720"/>
              <a:gd name="textAreaRight" fmla="*/ 748080 w 747720"/>
              <a:gd name="textAreaTop" fmla="*/ 0 h 780480"/>
              <a:gd name="textAreaBottom" fmla="*/ 780840 h 780480"/>
              <a:gd name="GluePoint1X" fmla="*/ 0 w 1980696"/>
              <a:gd name="GluePoint1Y" fmla="*/ 2066510 h 2066510"/>
              <a:gd name="GluePoint2X" fmla="*/ 1138078 w 1980696"/>
              <a:gd name="GluePoint2Y" fmla="*/ 0 h 2066510"/>
              <a:gd name="GluePoint3X" fmla="*/ 1980696 w 1980696"/>
              <a:gd name="GluePoint3Y" fmla="*/ 1530016 h 2066510"/>
              <a:gd name="GluePoint4X" fmla="*/ 1459417 w 1980696"/>
              <a:gd name="GluePoint4Y" fmla="*/ 2066510 h 20665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ftr" idx="22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23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B34CC1F-E22B-437D-A62C-36E71592D7AE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Полилиния: Фигура 23"/>
          <p:cNvSpPr/>
          <p:nvPr/>
        </p:nvSpPr>
        <p:spPr>
          <a:xfrm rot="5483400">
            <a:off x="9854280" y="808560"/>
            <a:ext cx="242640" cy="406080"/>
          </a:xfrm>
          <a:custGeom>
            <a:avLst/>
            <a:gdLst>
              <a:gd name="textAreaLeft" fmla="*/ 0 w 242640"/>
              <a:gd name="textAreaRight" fmla="*/ 243000 w 242640"/>
              <a:gd name="textAreaTop" fmla="*/ 0 h 406080"/>
              <a:gd name="textAreaBottom" fmla="*/ 406440 h 406080"/>
              <a:gd name="GluePoint1X" fmla="*/ 243160 w 243160"/>
              <a:gd name="GluePoint1Y" fmla="*/ 342071 h 406553"/>
              <a:gd name="GluePoint2X" fmla="*/ 156493 w 243160"/>
              <a:gd name="GluePoint2Y" fmla="*/ 406553 h 406553"/>
              <a:gd name="GluePoint3X" fmla="*/ 0 w 243160"/>
              <a:gd name="GluePoint3Y" fmla="*/ 0 h 406553"/>
              <a:gd name="GluePoint4X" fmla="*/ 243160 w 243160"/>
              <a:gd name="GluePoint4Y" fmla="*/ 342071 h 40655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24" name="Полилиния: Фигура 21"/>
          <p:cNvSpPr/>
          <p:nvPr/>
        </p:nvSpPr>
        <p:spPr>
          <a:xfrm rot="14235600">
            <a:off x="11753280" y="112320"/>
            <a:ext cx="331920" cy="247680"/>
          </a:xfrm>
          <a:custGeom>
            <a:avLst/>
            <a:gdLst>
              <a:gd name="textAreaLeft" fmla="*/ 0 w 331920"/>
              <a:gd name="textAreaRight" fmla="*/ 332280 w 331920"/>
              <a:gd name="textAreaTop" fmla="*/ 0 h 247680"/>
              <a:gd name="textAreaBottom" fmla="*/ 248040 h 247680"/>
              <a:gd name="GluePoint1X" fmla="*/ 0 w 1449157"/>
              <a:gd name="GluePoint1Y" fmla="*/ 0 h 1081038"/>
              <a:gd name="GluePoint2X" fmla="*/ 1449157 w 1449157"/>
              <a:gd name="GluePoint2Y" fmla="*/ 433129 h 1081038"/>
              <a:gd name="GluePoint3X" fmla="*/ 1012700 w 1449157"/>
              <a:gd name="GluePoint3Y" fmla="*/ 1081038 h 1081038"/>
              <a:gd name="GluePoint4X" fmla="*/ 172487 w 1449157"/>
              <a:gd name="GluePoint4Y" fmla="*/ 902317 h 1081038"/>
              <a:gd name="GluePoint5X" fmla="*/ 0 w 1449157"/>
              <a:gd name="GluePoint5Y" fmla="*/ 0 h 108103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25" name="Полилиния: Фигура 24"/>
          <p:cNvSpPr/>
          <p:nvPr/>
        </p:nvSpPr>
        <p:spPr>
          <a:xfrm rot="13336800">
            <a:off x="10313280" y="1084320"/>
            <a:ext cx="648360" cy="777240"/>
          </a:xfrm>
          <a:custGeom>
            <a:avLst/>
            <a:gdLst>
              <a:gd name="textAreaLeft" fmla="*/ 0 w 648360"/>
              <a:gd name="textAreaRight" fmla="*/ 648720 w 648360"/>
              <a:gd name="textAreaTop" fmla="*/ 0 h 777240"/>
              <a:gd name="textAreaBottom" fmla="*/ 777600 h 777240"/>
              <a:gd name="GluePoint1X" fmla="*/ 0 w 648657"/>
              <a:gd name="GluePoint1Y" fmla="*/ 777553 h 777553"/>
              <a:gd name="GluePoint2X" fmla="*/ 255474 w 648657"/>
              <a:gd name="GluePoint2Y" fmla="*/ 0 h 777553"/>
              <a:gd name="GluePoint3X" fmla="*/ 648657 w 648657"/>
              <a:gd name="GluePoint3Y" fmla="*/ 713937 h 777553"/>
              <a:gd name="GluePoint4X" fmla="*/ 0 w 648657"/>
              <a:gd name="GluePoint4Y" fmla="*/ 777553 h 77755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26" name="Полилиния: Фигура 25"/>
          <p:cNvSpPr/>
          <p:nvPr/>
        </p:nvSpPr>
        <p:spPr>
          <a:xfrm rot="5737800">
            <a:off x="9844920" y="1032120"/>
            <a:ext cx="692280" cy="510120"/>
          </a:xfrm>
          <a:custGeom>
            <a:avLst/>
            <a:gdLst>
              <a:gd name="textAreaLeft" fmla="*/ 0 w 692280"/>
              <a:gd name="textAreaRight" fmla="*/ 692640 w 692280"/>
              <a:gd name="textAreaTop" fmla="*/ 0 h 510120"/>
              <a:gd name="textAreaBottom" fmla="*/ 510480 h 51012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27" name="Полилиния: Фигура 29"/>
          <p:cNvSpPr/>
          <p:nvPr/>
        </p:nvSpPr>
        <p:spPr>
          <a:xfrm rot="8291400">
            <a:off x="10082160" y="798480"/>
            <a:ext cx="371160" cy="273240"/>
          </a:xfrm>
          <a:custGeom>
            <a:avLst/>
            <a:gdLst>
              <a:gd name="textAreaLeft" fmla="*/ 0 w 371160"/>
              <a:gd name="textAreaRight" fmla="*/ 371520 w 371160"/>
              <a:gd name="textAreaTop" fmla="*/ 0 h 273240"/>
              <a:gd name="textAreaBottom" fmla="*/ 273600 h 27324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Только заголовок, без графики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29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330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31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333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34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35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36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ftr" idx="24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25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248D999-8084-4D63-B8CA-15C70D839D47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Крупное изображение и текст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41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342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43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345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46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47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48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83880" y="3517920"/>
            <a:ext cx="6011640" cy="14094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b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ru-RU" sz="4200" b="0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Щелкните, чтобы изменить </a:t>
            </a:r>
            <a:r>
              <a:rPr sz="4200"/>
              <a:t/>
            </a:r>
            <a:br>
              <a:rPr sz="4200"/>
            </a:br>
            <a:r>
              <a:rPr lang="ru-RU" sz="4200" b="0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Стиль образца заголовка</a:t>
            </a:r>
            <a:endParaRPr lang="ru-RU" sz="4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sldNum" idx="26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1C2ECA66-92BA-4855-B069-A5E9F5A12611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Надпись 5"/>
          <p:cNvSpPr/>
          <p:nvPr/>
        </p:nvSpPr>
        <p:spPr>
          <a:xfrm>
            <a:off x="5861880" y="661320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body"/>
          </p:nvPr>
        </p:nvSpPr>
        <p:spPr>
          <a:xfrm>
            <a:off x="83880" y="86760"/>
            <a:ext cx="6008760" cy="343080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  <p:txBody>
          <a:bodyPr lIns="0" tIns="0" rIns="90000" bIns="45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i="1" u="none" strike="noStrike">
                <a:solidFill>
                  <a:schemeClr val="lt1">
                    <a:lumMod val="85000"/>
                  </a:schemeClr>
                </a:solidFill>
                <a:effectLst/>
                <a:uFillTx/>
                <a:latin typeface="Times New Roman"/>
              </a:rPr>
              <a:t>Вставьте или перетащите изображение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353" name="PlaceHolder 4"/>
          <p:cNvSpPr>
            <a:spLocks noGrp="1"/>
          </p:cNvSpPr>
          <p:nvPr>
            <p:ph type="body"/>
          </p:nvPr>
        </p:nvSpPr>
        <p:spPr>
          <a:xfrm>
            <a:off x="6464160" y="1152000"/>
            <a:ext cx="5307480" cy="46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и объект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55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356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57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359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60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61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62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63" name="PlaceHolder 1"/>
          <p:cNvSpPr>
            <a:spLocks noGrp="1"/>
          </p:cNvSpPr>
          <p:nvPr>
            <p:ph type="body"/>
          </p:nvPr>
        </p:nvSpPr>
        <p:spPr>
          <a:xfrm>
            <a:off x="432000" y="1152000"/>
            <a:ext cx="11339640" cy="467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  <p:sp>
        <p:nvSpPr>
          <p:cNvPr id="364" name="PlaceHolder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ftr" idx="27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 type="sldNum" idx="28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481310A-C7A7-4967-91E8-7A03D1C2B599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Полилиния: Фигура 23"/>
          <p:cNvSpPr/>
          <p:nvPr/>
        </p:nvSpPr>
        <p:spPr>
          <a:xfrm rot="19260600">
            <a:off x="10216440" y="538920"/>
            <a:ext cx="466920" cy="344160"/>
          </a:xfrm>
          <a:custGeom>
            <a:avLst/>
            <a:gdLst>
              <a:gd name="textAreaLeft" fmla="*/ 0 w 466920"/>
              <a:gd name="textAreaRight" fmla="*/ 467280 w 466920"/>
              <a:gd name="textAreaTop" fmla="*/ 0 h 344160"/>
              <a:gd name="textAreaBottom" fmla="*/ 344520 h 34416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68" name="Полилиния: Фигура 24"/>
          <p:cNvSpPr/>
          <p:nvPr/>
        </p:nvSpPr>
        <p:spPr>
          <a:xfrm rot="20377800">
            <a:off x="10677960" y="848880"/>
            <a:ext cx="316440" cy="233280"/>
          </a:xfrm>
          <a:custGeom>
            <a:avLst/>
            <a:gdLst>
              <a:gd name="textAreaLeft" fmla="*/ 0 w 316440"/>
              <a:gd name="textAreaRight" fmla="*/ 316800 w 316440"/>
              <a:gd name="textAreaTop" fmla="*/ 0 h 233280"/>
              <a:gd name="textAreaBottom" fmla="*/ 233640 h 2332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69" name="Полилиния: Фигура 25"/>
          <p:cNvSpPr/>
          <p:nvPr/>
        </p:nvSpPr>
        <p:spPr>
          <a:xfrm rot="19260600">
            <a:off x="10717200" y="620640"/>
            <a:ext cx="250200" cy="184320"/>
          </a:xfrm>
          <a:custGeom>
            <a:avLst/>
            <a:gdLst>
              <a:gd name="textAreaLeft" fmla="*/ 0 w 250200"/>
              <a:gd name="textAreaRight" fmla="*/ 250560 w 250200"/>
              <a:gd name="textAreaTop" fmla="*/ 0 h 184320"/>
              <a:gd name="textAreaBottom" fmla="*/ 184680 h 18432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70" name="Полилиния: Фигура 26"/>
          <p:cNvSpPr/>
          <p:nvPr/>
        </p:nvSpPr>
        <p:spPr>
          <a:xfrm rot="19810200">
            <a:off x="11064600" y="781200"/>
            <a:ext cx="216720" cy="159480"/>
          </a:xfrm>
          <a:custGeom>
            <a:avLst/>
            <a:gdLst>
              <a:gd name="textAreaLeft" fmla="*/ 0 w 216720"/>
              <a:gd name="textAreaRight" fmla="*/ 217080 w 216720"/>
              <a:gd name="textAreaTop" fmla="*/ 0 h 159480"/>
              <a:gd name="textAreaBottom" fmla="*/ 159840 h 1594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71" name="Полилиния: Фигура 27"/>
          <p:cNvSpPr/>
          <p:nvPr/>
        </p:nvSpPr>
        <p:spPr>
          <a:xfrm rot="18277800">
            <a:off x="11152440" y="381960"/>
            <a:ext cx="216720" cy="159480"/>
          </a:xfrm>
          <a:custGeom>
            <a:avLst/>
            <a:gdLst>
              <a:gd name="textAreaLeft" fmla="*/ 0 w 216720"/>
              <a:gd name="textAreaRight" fmla="*/ 217080 w 216720"/>
              <a:gd name="textAreaTop" fmla="*/ 0 h 159480"/>
              <a:gd name="textAreaBottom" fmla="*/ 159840 h 1594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72" name="Полилиния: Фигура 28"/>
          <p:cNvSpPr/>
          <p:nvPr/>
        </p:nvSpPr>
        <p:spPr>
          <a:xfrm rot="20761200">
            <a:off x="11545200" y="1030320"/>
            <a:ext cx="162000" cy="119160"/>
          </a:xfrm>
          <a:custGeom>
            <a:avLst/>
            <a:gdLst>
              <a:gd name="textAreaLeft" fmla="*/ 0 w 162000"/>
              <a:gd name="textAreaRight" fmla="*/ 162360 w 162000"/>
              <a:gd name="textAreaTop" fmla="*/ 0 h 119160"/>
              <a:gd name="textAreaBottom" fmla="*/ 119520 h 11916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73" name="Полилиния: Фигура 29"/>
          <p:cNvSpPr/>
          <p:nvPr/>
        </p:nvSpPr>
        <p:spPr>
          <a:xfrm rot="17315400">
            <a:off x="11755800" y="247680"/>
            <a:ext cx="216720" cy="159480"/>
          </a:xfrm>
          <a:custGeom>
            <a:avLst/>
            <a:gdLst>
              <a:gd name="textAreaLeft" fmla="*/ 0 w 216720"/>
              <a:gd name="textAreaRight" fmla="*/ 217080 w 216720"/>
              <a:gd name="textAreaTop" fmla="*/ 0 h 159480"/>
              <a:gd name="textAreaBottom" fmla="*/ 159840 h 1594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74" name="Полилиния: Фигура 30"/>
          <p:cNvSpPr/>
          <p:nvPr/>
        </p:nvSpPr>
        <p:spPr>
          <a:xfrm rot="20082000">
            <a:off x="11447640" y="631080"/>
            <a:ext cx="216720" cy="159480"/>
          </a:xfrm>
          <a:custGeom>
            <a:avLst/>
            <a:gdLst>
              <a:gd name="textAreaLeft" fmla="*/ 0 w 216720"/>
              <a:gd name="textAreaRight" fmla="*/ 217080 w 216720"/>
              <a:gd name="textAreaTop" fmla="*/ 0 h 159480"/>
              <a:gd name="textAreaBottom" fmla="*/ 159840 h 1594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75" name="Полилиния: Фигура 31"/>
          <p:cNvSpPr/>
          <p:nvPr/>
        </p:nvSpPr>
        <p:spPr>
          <a:xfrm rot="19879800">
            <a:off x="11668680" y="824400"/>
            <a:ext cx="216720" cy="159480"/>
          </a:xfrm>
          <a:custGeom>
            <a:avLst/>
            <a:gdLst>
              <a:gd name="textAreaLeft" fmla="*/ 0 w 216720"/>
              <a:gd name="textAreaRight" fmla="*/ 217080 w 216720"/>
              <a:gd name="textAreaTop" fmla="*/ 0 h 159480"/>
              <a:gd name="textAreaBottom" fmla="*/ 159840 h 1594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76" name="Полилиния: Фигура 32"/>
          <p:cNvSpPr/>
          <p:nvPr/>
        </p:nvSpPr>
        <p:spPr>
          <a:xfrm rot="328200">
            <a:off x="10094400" y="901080"/>
            <a:ext cx="579240" cy="606600"/>
          </a:xfrm>
          <a:custGeom>
            <a:avLst/>
            <a:gdLst>
              <a:gd name="textAreaLeft" fmla="*/ 0 w 579240"/>
              <a:gd name="textAreaRight" fmla="*/ 579600 w 579240"/>
              <a:gd name="textAreaTop" fmla="*/ 0 h 606600"/>
              <a:gd name="textAreaBottom" fmla="*/ 606960 h 606600"/>
              <a:gd name="GluePoint1X" fmla="*/ 487806 w 487806"/>
              <a:gd name="GluePoint1Y" fmla="*/ 171848 h 510610"/>
              <a:gd name="GluePoint2X" fmla="*/ 308036 w 487806"/>
              <a:gd name="GluePoint2Y" fmla="*/ 510610 h 510610"/>
              <a:gd name="GluePoint3X" fmla="*/ 0 w 487806"/>
              <a:gd name="GluePoint3Y" fmla="*/ 0 h 510610"/>
              <a:gd name="GluePoint4X" fmla="*/ 487806 w 487806"/>
              <a:gd name="GluePoint4Y" fmla="*/ 171848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77" name="Полилиния: Фигура 33"/>
          <p:cNvSpPr/>
          <p:nvPr/>
        </p:nvSpPr>
        <p:spPr>
          <a:xfrm>
            <a:off x="10871640" y="1202400"/>
            <a:ext cx="316440" cy="233280"/>
          </a:xfrm>
          <a:custGeom>
            <a:avLst/>
            <a:gdLst>
              <a:gd name="textAreaLeft" fmla="*/ 0 w 316440"/>
              <a:gd name="textAreaRight" fmla="*/ 316800 w 316440"/>
              <a:gd name="textAreaTop" fmla="*/ 0 h 233280"/>
              <a:gd name="textAreaBottom" fmla="*/ 233640 h 2332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78" name="Полилиния: Фигура 34"/>
          <p:cNvSpPr/>
          <p:nvPr/>
        </p:nvSpPr>
        <p:spPr>
          <a:xfrm rot="20761200">
            <a:off x="11512440" y="1484640"/>
            <a:ext cx="162000" cy="119160"/>
          </a:xfrm>
          <a:custGeom>
            <a:avLst/>
            <a:gdLst>
              <a:gd name="textAreaLeft" fmla="*/ 0 w 162000"/>
              <a:gd name="textAreaRight" fmla="*/ 162360 w 162000"/>
              <a:gd name="textAreaTop" fmla="*/ 0 h 119160"/>
              <a:gd name="textAreaBottom" fmla="*/ 119520 h 11916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79" name="Полилиния: Фигура 35"/>
          <p:cNvSpPr/>
          <p:nvPr/>
        </p:nvSpPr>
        <p:spPr>
          <a:xfrm rot="1160400">
            <a:off x="10291320" y="1613880"/>
            <a:ext cx="316440" cy="233280"/>
          </a:xfrm>
          <a:custGeom>
            <a:avLst/>
            <a:gdLst>
              <a:gd name="textAreaLeft" fmla="*/ 0 w 316440"/>
              <a:gd name="textAreaRight" fmla="*/ 316800 w 316440"/>
              <a:gd name="textAreaTop" fmla="*/ 0 h 233280"/>
              <a:gd name="textAreaBottom" fmla="*/ 233640 h 23328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0 w 692798"/>
              <a:gd name="GluePoint3Y" fmla="*/ 0 h 510610"/>
              <a:gd name="GluePoint4X" fmla="*/ 692798 w 692798"/>
              <a:gd name="GluePoint4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80" name="Полилиния: Фигура 36"/>
          <p:cNvSpPr/>
          <p:nvPr/>
        </p:nvSpPr>
        <p:spPr>
          <a:xfrm rot="802800">
            <a:off x="11585880" y="2015280"/>
            <a:ext cx="162000" cy="119160"/>
          </a:xfrm>
          <a:custGeom>
            <a:avLst/>
            <a:gdLst>
              <a:gd name="textAreaLeft" fmla="*/ 0 w 162000"/>
              <a:gd name="textAreaRight" fmla="*/ 162360 w 162000"/>
              <a:gd name="textAreaTop" fmla="*/ 0 h 119160"/>
              <a:gd name="textAreaBottom" fmla="*/ 119520 h 119160"/>
              <a:gd name="GluePoint1X" fmla="*/ 692798 w 692798"/>
              <a:gd name="GluePoint1Y" fmla="*/ 224339 h 510610"/>
              <a:gd name="GluePoint2X" fmla="*/ 308036 w 692798"/>
              <a:gd name="GluePoint2Y" fmla="*/ 510610 h 510610"/>
              <a:gd name="GluePoint3X" fmla="*/ 64876 w 692798"/>
              <a:gd name="GluePoint3Y" fmla="*/ 168539 h 510610"/>
              <a:gd name="GluePoint4X" fmla="*/ 0 w 692798"/>
              <a:gd name="GluePoint4Y" fmla="*/ 0 h 510610"/>
              <a:gd name="GluePoint5X" fmla="*/ 692798 w 692798"/>
              <a:gd name="GluePoint5Y" fmla="*/ 224339 h 51061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Два объекта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82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383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84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386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87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88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89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432000" y="1152000"/>
            <a:ext cx="5471640" cy="503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  <p:sp>
        <p:nvSpPr>
          <p:cNvPr id="392" name="PlaceHolder 3"/>
          <p:cNvSpPr>
            <a:spLocks noGrp="1"/>
          </p:cNvSpPr>
          <p:nvPr>
            <p:ph type="ftr" idx="29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&lt;нижний колонтитул&gt;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PlaceHolder 4"/>
          <p:cNvSpPr>
            <a:spLocks noGrp="1"/>
          </p:cNvSpPr>
          <p:nvPr>
            <p:ph type="sldNum" idx="30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4EA292F-FBAB-4C02-B81B-944FD5837A85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PlaceHolder 5"/>
          <p:cNvSpPr>
            <a:spLocks noGrp="1"/>
          </p:cNvSpPr>
          <p:nvPr>
            <p:ph type="body"/>
          </p:nvPr>
        </p:nvSpPr>
        <p:spPr>
          <a:xfrm>
            <a:off x="6300000" y="1152360"/>
            <a:ext cx="5471640" cy="50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 столбца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96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397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398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400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01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02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03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432000" y="1152000"/>
            <a:ext cx="3599640" cy="503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  <p:sp>
        <p:nvSpPr>
          <p:cNvPr id="406" name="PlaceHolder 3"/>
          <p:cNvSpPr>
            <a:spLocks noGrp="1"/>
          </p:cNvSpPr>
          <p:nvPr>
            <p:ph type="ftr" idx="31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&lt;нижний колонтитул&gt;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PlaceHolder 4"/>
          <p:cNvSpPr>
            <a:spLocks noGrp="1"/>
          </p:cNvSpPr>
          <p:nvPr>
            <p:ph type="sldNum" idx="32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970FFF08-8FBE-4402-B9D6-E6DF15B1AF00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PlaceHolder 5"/>
          <p:cNvSpPr>
            <a:spLocks noGrp="1"/>
          </p:cNvSpPr>
          <p:nvPr>
            <p:ph type="body"/>
          </p:nvPr>
        </p:nvSpPr>
        <p:spPr>
          <a:xfrm>
            <a:off x="4301640" y="1152000"/>
            <a:ext cx="3600000" cy="50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  <p:sp>
        <p:nvSpPr>
          <p:cNvPr id="409" name="PlaceHolder 6"/>
          <p:cNvSpPr>
            <a:spLocks noGrp="1"/>
          </p:cNvSpPr>
          <p:nvPr>
            <p:ph type="body"/>
          </p:nvPr>
        </p:nvSpPr>
        <p:spPr>
          <a:xfrm>
            <a:off x="8171640" y="1152000"/>
            <a:ext cx="3600000" cy="50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 столбцов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11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412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13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415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16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17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18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432000" y="1152000"/>
            <a:ext cx="2159640" cy="503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  <p:sp>
        <p:nvSpPr>
          <p:cNvPr id="421" name="PlaceHolder 3"/>
          <p:cNvSpPr>
            <a:spLocks noGrp="1"/>
          </p:cNvSpPr>
          <p:nvPr>
            <p:ph type="ftr" idx="33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&lt;нижний колонтитул&gt;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PlaceHolder 4"/>
          <p:cNvSpPr>
            <a:spLocks noGrp="1"/>
          </p:cNvSpPr>
          <p:nvPr>
            <p:ph type="sldNum" idx="34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55D1E1C1-51F2-417C-BF01-149F3290A636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PlaceHolder 5"/>
          <p:cNvSpPr>
            <a:spLocks noGrp="1"/>
          </p:cNvSpPr>
          <p:nvPr>
            <p:ph type="body"/>
          </p:nvPr>
        </p:nvSpPr>
        <p:spPr>
          <a:xfrm>
            <a:off x="2726280" y="1152360"/>
            <a:ext cx="2160360" cy="50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  <p:sp>
        <p:nvSpPr>
          <p:cNvPr id="424" name="PlaceHolder 6"/>
          <p:cNvSpPr>
            <a:spLocks noGrp="1"/>
          </p:cNvSpPr>
          <p:nvPr>
            <p:ph type="body"/>
          </p:nvPr>
        </p:nvSpPr>
        <p:spPr>
          <a:xfrm>
            <a:off x="5021280" y="1152360"/>
            <a:ext cx="2160360" cy="50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  <p:sp>
        <p:nvSpPr>
          <p:cNvPr id="425" name="PlaceHolder 7"/>
          <p:cNvSpPr>
            <a:spLocks noGrp="1"/>
          </p:cNvSpPr>
          <p:nvPr>
            <p:ph type="body"/>
          </p:nvPr>
        </p:nvSpPr>
        <p:spPr>
          <a:xfrm>
            <a:off x="7316280" y="1148040"/>
            <a:ext cx="2160360" cy="50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  <p:sp>
        <p:nvSpPr>
          <p:cNvPr id="426" name="PlaceHolder 8"/>
          <p:cNvSpPr>
            <a:spLocks noGrp="1"/>
          </p:cNvSpPr>
          <p:nvPr>
            <p:ph type="body"/>
          </p:nvPr>
        </p:nvSpPr>
        <p:spPr>
          <a:xfrm>
            <a:off x="9611280" y="1152360"/>
            <a:ext cx="2160360" cy="50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Образец текста</a:t>
            </a:r>
          </a:p>
          <a:p>
            <a:pPr marL="542880" lvl="1" indent="-27612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Второй уровень</a:t>
            </a:r>
          </a:p>
          <a:p>
            <a:pPr marL="809640" lvl="2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Третий уровень</a:t>
            </a:r>
          </a:p>
          <a:p>
            <a:pPr marL="1076400" lvl="3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Четвертый уровень</a:t>
            </a:r>
          </a:p>
          <a:p>
            <a:pPr marL="1343160" lvl="4" indent="-26676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Пятый уровень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Маркеры-изображения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28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429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30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432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33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34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35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36" name="Овал 27"/>
          <p:cNvSpPr/>
          <p:nvPr/>
        </p:nvSpPr>
        <p:spPr>
          <a:xfrm>
            <a:off x="30506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37" name="Овал 28"/>
          <p:cNvSpPr/>
          <p:nvPr/>
        </p:nvSpPr>
        <p:spPr>
          <a:xfrm>
            <a:off x="534492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38" name="Овал 29"/>
          <p:cNvSpPr/>
          <p:nvPr/>
        </p:nvSpPr>
        <p:spPr>
          <a:xfrm>
            <a:off x="763956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39" name="Овал 30"/>
          <p:cNvSpPr/>
          <p:nvPr/>
        </p:nvSpPr>
        <p:spPr>
          <a:xfrm>
            <a:off x="99338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40" name="Овал 8"/>
          <p:cNvSpPr/>
          <p:nvPr/>
        </p:nvSpPr>
        <p:spPr>
          <a:xfrm>
            <a:off x="7592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 type="ftr" idx="35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&lt;нижний колонтитул&gt;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36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A2FFC14C-7AC2-404E-8513-CF71767D2F52}" type="slidenum">
              <a:rPr lang="ru-RU" sz="1200" b="1" i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PlaceHolder 4"/>
          <p:cNvSpPr>
            <a:spLocks noGrp="1"/>
          </p:cNvSpPr>
          <p:nvPr>
            <p:ph type="body"/>
          </p:nvPr>
        </p:nvSpPr>
        <p:spPr>
          <a:xfrm>
            <a:off x="272592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445" name="PlaceHolder 5"/>
          <p:cNvSpPr>
            <a:spLocks noGrp="1"/>
          </p:cNvSpPr>
          <p:nvPr>
            <p:ph type="body"/>
          </p:nvPr>
        </p:nvSpPr>
        <p:spPr>
          <a:xfrm>
            <a:off x="502056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446" name="PlaceHolder 6"/>
          <p:cNvSpPr>
            <a:spLocks noGrp="1"/>
          </p:cNvSpPr>
          <p:nvPr>
            <p:ph type="body"/>
          </p:nvPr>
        </p:nvSpPr>
        <p:spPr>
          <a:xfrm>
            <a:off x="7314840" y="468360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447" name="PlaceHolder 7"/>
          <p:cNvSpPr>
            <a:spLocks noGrp="1"/>
          </p:cNvSpPr>
          <p:nvPr>
            <p:ph type="body"/>
          </p:nvPr>
        </p:nvSpPr>
        <p:spPr>
          <a:xfrm>
            <a:off x="960948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448" name="PlaceHolder 8"/>
          <p:cNvSpPr>
            <a:spLocks noGrp="1"/>
          </p:cNvSpPr>
          <p:nvPr>
            <p:ph type="body"/>
          </p:nvPr>
        </p:nvSpPr>
        <p:spPr>
          <a:xfrm>
            <a:off x="431640" y="3926160"/>
            <a:ext cx="215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1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49" name="PlaceHolder 9"/>
          <p:cNvSpPr>
            <a:spLocks noGrp="1"/>
          </p:cNvSpPr>
          <p:nvPr>
            <p:ph type="body"/>
          </p:nvPr>
        </p:nvSpPr>
        <p:spPr>
          <a:xfrm>
            <a:off x="272592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2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50" name="PlaceHolder 10"/>
          <p:cNvSpPr>
            <a:spLocks noGrp="1"/>
          </p:cNvSpPr>
          <p:nvPr>
            <p:ph type="body"/>
          </p:nvPr>
        </p:nvSpPr>
        <p:spPr>
          <a:xfrm>
            <a:off x="502056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3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51" name="PlaceHolder 11"/>
          <p:cNvSpPr>
            <a:spLocks noGrp="1"/>
          </p:cNvSpPr>
          <p:nvPr>
            <p:ph type="body"/>
          </p:nvPr>
        </p:nvSpPr>
        <p:spPr>
          <a:xfrm>
            <a:off x="731484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4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52" name="PlaceHolder 12"/>
          <p:cNvSpPr>
            <a:spLocks noGrp="1"/>
          </p:cNvSpPr>
          <p:nvPr>
            <p:ph type="body"/>
          </p:nvPr>
        </p:nvSpPr>
        <p:spPr>
          <a:xfrm>
            <a:off x="960948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5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53" name="PlaceHolder 13"/>
          <p:cNvSpPr>
            <a:spLocks noGrp="1"/>
          </p:cNvSpPr>
          <p:nvPr>
            <p:ph type="body"/>
          </p:nvPr>
        </p:nvSpPr>
        <p:spPr>
          <a:xfrm>
            <a:off x="432000" y="4683240"/>
            <a:ext cx="215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454" name="PlaceHolder 14"/>
          <p:cNvSpPr>
            <a:spLocks noGrp="1"/>
          </p:cNvSpPr>
          <p:nvPr>
            <p:ph type="body"/>
          </p:nvPr>
        </p:nvSpPr>
        <p:spPr>
          <a:xfrm>
            <a:off x="108648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55" name="PlaceHolder 15"/>
          <p:cNvSpPr>
            <a:spLocks noGrp="1"/>
          </p:cNvSpPr>
          <p:nvPr>
            <p:ph type="body"/>
          </p:nvPr>
        </p:nvSpPr>
        <p:spPr>
          <a:xfrm>
            <a:off x="33800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56" name="PlaceHolder 16"/>
          <p:cNvSpPr>
            <a:spLocks noGrp="1"/>
          </p:cNvSpPr>
          <p:nvPr>
            <p:ph type="body"/>
          </p:nvPr>
        </p:nvSpPr>
        <p:spPr>
          <a:xfrm>
            <a:off x="567396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57" name="PlaceHolder 17"/>
          <p:cNvSpPr>
            <a:spLocks noGrp="1"/>
          </p:cNvSpPr>
          <p:nvPr>
            <p:ph type="body"/>
          </p:nvPr>
        </p:nvSpPr>
        <p:spPr>
          <a:xfrm>
            <a:off x="796752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58" name="PlaceHolder 18"/>
          <p:cNvSpPr>
            <a:spLocks noGrp="1"/>
          </p:cNvSpPr>
          <p:nvPr>
            <p:ph type="body"/>
          </p:nvPr>
        </p:nvSpPr>
        <p:spPr>
          <a:xfrm>
            <a:off x="102614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 маркера-изображения слева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Восьмиугольник 6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60" name="Овал 8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461" name="Овал 9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62" name="Надпись 10"/>
          <p:cNvSpPr/>
          <p:nvPr/>
        </p:nvSpPr>
        <p:spPr>
          <a:xfrm>
            <a:off x="8734680" y="6278760"/>
            <a:ext cx="2510280" cy="18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dk2"/>
                </a:solidFill>
                <a:effectLst/>
                <a:uFillTx/>
                <a:latin typeface="Rockwell"/>
              </a:rPr>
              <a:t>Ваш логотип или название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Овал 1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464" name="Прямоугольник 17"/>
          <p:cNvSpPr/>
          <p:nvPr/>
        </p:nvSpPr>
        <p:spPr>
          <a:xfrm>
            <a:off x="0" y="677124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65" name="Прямоугольник 18"/>
          <p:cNvSpPr/>
          <p:nvPr/>
        </p:nvSpPr>
        <p:spPr>
          <a:xfrm>
            <a:off x="0" y="0"/>
            <a:ext cx="1219176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66" name="Прямоугольник 19"/>
          <p:cNvSpPr/>
          <p:nvPr/>
        </p:nvSpPr>
        <p:spPr>
          <a:xfrm rot="5400000">
            <a:off x="-338508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67" name="Прямоугольник 20"/>
          <p:cNvSpPr/>
          <p:nvPr/>
        </p:nvSpPr>
        <p:spPr>
          <a:xfrm rot="5400000">
            <a:off x="8719920" y="3385440"/>
            <a:ext cx="6857640" cy="86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1760" rIns="90000" bIns="417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68" name="Овал 19"/>
          <p:cNvSpPr/>
          <p:nvPr/>
        </p:nvSpPr>
        <p:spPr>
          <a:xfrm>
            <a:off x="30506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69" name="Овал 21"/>
          <p:cNvSpPr/>
          <p:nvPr/>
        </p:nvSpPr>
        <p:spPr>
          <a:xfrm>
            <a:off x="534492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70" name="Овал 25"/>
          <p:cNvSpPr/>
          <p:nvPr/>
        </p:nvSpPr>
        <p:spPr>
          <a:xfrm>
            <a:off x="759240" y="2030760"/>
            <a:ext cx="1508400" cy="15084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71" name="PlaceHolder 1"/>
          <p:cNvSpPr>
            <a:spLocks noGrp="1"/>
          </p:cNvSpPr>
          <p:nvPr>
            <p:ph type="body"/>
          </p:nvPr>
        </p:nvSpPr>
        <p:spPr>
          <a:xfrm>
            <a:off x="108648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338004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body"/>
          </p:nvPr>
        </p:nvSpPr>
        <p:spPr>
          <a:xfrm>
            <a:off x="5673960" y="2358000"/>
            <a:ext cx="853560" cy="853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Вставка рисунка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74" name="Прямоугольник 41"/>
          <p:cNvSpPr/>
          <p:nvPr/>
        </p:nvSpPr>
        <p:spPr>
          <a:xfrm>
            <a:off x="7632720" y="86760"/>
            <a:ext cx="4472280" cy="6684120"/>
          </a:xfrm>
          <a:prstGeom prst="rect">
            <a:avLst/>
          </a:prstGeom>
          <a:gradFill rotWithShape="0"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12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75" name="PlaceHolder 4"/>
          <p:cNvSpPr>
            <a:spLocks noGrp="1"/>
          </p:cNvSpPr>
          <p:nvPr>
            <p:ph type="body"/>
          </p:nvPr>
        </p:nvSpPr>
        <p:spPr>
          <a:xfrm>
            <a:off x="7632720" y="86760"/>
            <a:ext cx="4472280" cy="647820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100" b="0" i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Вставьте или перетащите изображение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76" name="PlaceHolder 5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9640" cy="43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Образец заголовка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77" name="PlaceHolder 6"/>
          <p:cNvSpPr>
            <a:spLocks noGrp="1"/>
          </p:cNvSpPr>
          <p:nvPr>
            <p:ph type="ftr" idx="37"/>
          </p:nvPr>
        </p:nvSpPr>
        <p:spPr>
          <a:xfrm>
            <a:off x="432000" y="6188760"/>
            <a:ext cx="878472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&lt;нижний колонтитул&gt;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PlaceHolder 7"/>
          <p:cNvSpPr>
            <a:spLocks noGrp="1"/>
          </p:cNvSpPr>
          <p:nvPr>
            <p:ph type="body"/>
          </p:nvPr>
        </p:nvSpPr>
        <p:spPr>
          <a:xfrm>
            <a:off x="272592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479" name="PlaceHolder 8"/>
          <p:cNvSpPr>
            <a:spLocks noGrp="1"/>
          </p:cNvSpPr>
          <p:nvPr>
            <p:ph type="body"/>
          </p:nvPr>
        </p:nvSpPr>
        <p:spPr>
          <a:xfrm>
            <a:off x="5020560" y="4688280"/>
            <a:ext cx="216036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480" name="PlaceHolder 9"/>
          <p:cNvSpPr>
            <a:spLocks noGrp="1"/>
          </p:cNvSpPr>
          <p:nvPr>
            <p:ph type="body"/>
          </p:nvPr>
        </p:nvSpPr>
        <p:spPr>
          <a:xfrm>
            <a:off x="431640" y="3926160"/>
            <a:ext cx="215964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1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81" name="PlaceHolder 10"/>
          <p:cNvSpPr>
            <a:spLocks noGrp="1"/>
          </p:cNvSpPr>
          <p:nvPr>
            <p:ph type="body"/>
          </p:nvPr>
        </p:nvSpPr>
        <p:spPr>
          <a:xfrm>
            <a:off x="272592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2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82" name="PlaceHolder 11"/>
          <p:cNvSpPr>
            <a:spLocks noGrp="1"/>
          </p:cNvSpPr>
          <p:nvPr>
            <p:ph type="body"/>
          </p:nvPr>
        </p:nvSpPr>
        <p:spPr>
          <a:xfrm>
            <a:off x="5020560" y="3926160"/>
            <a:ext cx="2160360" cy="50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Rockwell"/>
              </a:rPr>
              <a:t>Маркер 3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483" name="PlaceHolder 12"/>
          <p:cNvSpPr>
            <a:spLocks noGrp="1"/>
          </p:cNvSpPr>
          <p:nvPr>
            <p:ph type="body"/>
          </p:nvPr>
        </p:nvSpPr>
        <p:spPr>
          <a:xfrm>
            <a:off x="432000" y="4683240"/>
            <a:ext cx="2159640" cy="8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Описание маркера</a:t>
            </a:r>
          </a:p>
        </p:txBody>
      </p:sp>
      <p:sp>
        <p:nvSpPr>
          <p:cNvPr id="484" name="Восьмиугольник 50"/>
          <p:cNvSpPr/>
          <p:nvPr/>
        </p:nvSpPr>
        <p:spPr>
          <a:xfrm rot="1360800">
            <a:off x="11395080" y="6053400"/>
            <a:ext cx="634320" cy="634320"/>
          </a:xfrm>
          <a:prstGeom prst="octagon">
            <a:avLst>
              <a:gd name="adj" fmla="val 29289"/>
            </a:avLst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85" name="Овал 51"/>
          <p:cNvSpPr/>
          <p:nvPr/>
        </p:nvSpPr>
        <p:spPr>
          <a:xfrm>
            <a:off x="11534040" y="6185880"/>
            <a:ext cx="73080" cy="7308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0" rIns="90000" bIns="72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486" name="Овал 52"/>
          <p:cNvSpPr/>
          <p:nvPr/>
        </p:nvSpPr>
        <p:spPr>
          <a:xfrm>
            <a:off x="11892240" y="6561360"/>
            <a:ext cx="100080" cy="1000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sp>
        <p:nvSpPr>
          <p:cNvPr id="487" name="Овал 53"/>
          <p:cNvSpPr/>
          <p:nvPr/>
        </p:nvSpPr>
        <p:spPr>
          <a:xfrm>
            <a:off x="11342880" y="5990040"/>
            <a:ext cx="260280" cy="260280"/>
          </a:xfrm>
          <a:prstGeom prst="ellipse">
            <a:avLst/>
          </a:prstGeom>
          <a:noFill/>
          <a:ln w="3175">
            <a:solidFill>
              <a:srgbClr val="FFFFFF">
                <a:lumMod val="8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accent1"/>
              </a:solidFill>
              <a:effectLst/>
              <a:uFillTx/>
              <a:latin typeface="Calibri Light"/>
            </a:endParaRPr>
          </a:p>
        </p:txBody>
      </p:sp>
      <p:sp>
        <p:nvSpPr>
          <p:cNvPr id="488" name="PlaceHolder 13"/>
          <p:cNvSpPr>
            <a:spLocks noGrp="1"/>
          </p:cNvSpPr>
          <p:nvPr>
            <p:ph type="sldNum" idx="38"/>
          </p:nvPr>
        </p:nvSpPr>
        <p:spPr>
          <a:xfrm>
            <a:off x="11496240" y="6155280"/>
            <a:ext cx="431640" cy="431640"/>
          </a:xfrm>
          <a:prstGeom prst="rect">
            <a:avLst/>
          </a:prstGeom>
          <a:noFill/>
          <a:ln w="3240">
            <a:solidFill>
              <a:schemeClr val="accent1"/>
            </a:solidFill>
            <a:round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8B843A59-D2EC-4C25-895C-3AEB7DD252C8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Рисунок 43" descr="Цветок крупным планом&#10;&#10;Описание создано с очень высокой степенью достоверности"/>
          <p:cNvPicPr/>
          <p:nvPr/>
        </p:nvPicPr>
        <p:blipFill>
          <a:blip r:embed="rId3"/>
          <a:srcRect l="12" r="12"/>
          <a:stretch/>
        </p:blipFill>
        <p:spPr>
          <a:xfrm>
            <a:off x="0" y="0"/>
            <a:ext cx="12330000" cy="685764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</p:pic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0" y="2237400"/>
            <a:ext cx="12191760" cy="1449360"/>
          </a:xfrm>
          <a:prstGeom prst="rect">
            <a:avLst/>
          </a:pr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288000" tIns="0" rIns="2160000" bIns="144000" anchor="b">
            <a:noAutofit/>
          </a:bodyPr>
          <a:lstStyle/>
          <a:p>
            <a:pPr marL="1706400" indent="0" algn="ctr" defTabSz="1160640">
              <a:lnSpc>
                <a:spcPct val="90000"/>
              </a:lnSpc>
              <a:buNone/>
            </a:pPr>
            <a:r>
              <a:rPr lang="ru-RU" sz="4000" b="0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Симулятор цифровой теплицы «Greenhouse Simulator»</a:t>
            </a:r>
            <a:endParaRPr lang="ru-RU" sz="4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 type="subTitle"/>
          </p:nvPr>
        </p:nvSpPr>
        <p:spPr>
          <a:xfrm>
            <a:off x="7492680" y="3687120"/>
            <a:ext cx="4699080" cy="935640"/>
          </a:xfrm>
          <a:prstGeom prst="rect">
            <a:avLst/>
          </a:prstGeom>
          <a:solidFill>
            <a:srgbClr val="000000">
              <a:alpha val="90000"/>
            </a:srgbClr>
          </a:solidFill>
          <a:ln w="0">
            <a:noFill/>
          </a:ln>
        </p:spPr>
        <p:txBody>
          <a:bodyPr lIns="216000" tIns="144000" rIns="216000" bIns="0" anchor="t">
            <a:noAutofit/>
          </a:bodyPr>
          <a:lstStyle/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1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Выполнили: Стрельникова Алиса,</a:t>
            </a:r>
            <a:r>
              <a:rPr sz="2100"/>
              <a:t/>
            </a:r>
            <a:br>
              <a:rPr sz="2100"/>
            </a:br>
            <a:r>
              <a:rPr lang="ru-RU" sz="21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Фигилянд Мария</a:t>
            </a:r>
            <a:endParaRPr lang="ru-RU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36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Цель и актуальность проекта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/>
          </p:nvPr>
        </p:nvSpPr>
        <p:spPr>
          <a:xfrm>
            <a:off x="4173840" y="2514121"/>
            <a:ext cx="7754040" cy="329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Цель: 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разработка симулятора управления теплицей, позволяющего выращивать растения, эффективно распределять ресурсы и отслеживать результаты своей деятельности. </a:t>
            </a:r>
            <a:endParaRPr lang="ru-RU" sz="2400" b="0" u="none" strike="noStrike" dirty="0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Актуальность: 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в современном мире люди всё чаще испытывают потребность в спокойных и расслабляющих играх. Симуляторы фермерства пользуются популярностью, так как дают возможность ухаживать за растениями и наблюдать за результатами своего труда. Разработка симулятора теплицы «</a:t>
            </a:r>
            <a:r>
              <a:rPr lang="ru-RU" sz="2400" b="0" u="none" strike="noStrike" dirty="0" err="1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Greenhouse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r>
              <a:rPr lang="ru-RU" sz="2400" b="0" u="none" strike="noStrike" dirty="0" err="1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Simulator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» позволяет создать увлекательное приложение, в котором пользователь может выращивать растения, зарабатывать игровую валюту и соревноваться с другими игроками в таблице рекордов.</a:t>
            </a:r>
            <a:endParaRPr lang="ru-RU" sz="2400" b="0" u="none" strike="noStrike" dirty="0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501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AD41CB4D-C4AD-4D38-ACF4-C44986612509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2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Прямоугольник 4"/>
          <p:cNvSpPr/>
          <p:nvPr/>
        </p:nvSpPr>
        <p:spPr>
          <a:xfrm>
            <a:off x="8820000" y="6155280"/>
            <a:ext cx="246636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2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Задачи</a:t>
            </a:r>
            <a:endParaRPr lang="ru-RU" sz="4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/>
          </p:nvPr>
        </p:nvSpPr>
        <p:spPr>
          <a:xfrm>
            <a:off x="4173840" y="1621410"/>
            <a:ext cx="7754040" cy="343215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dirty="0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С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формировать требования к программному продукту;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dirty="0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С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проектировать архитектуру приложения;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dirty="0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С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оздать базу данных;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dirty="0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Р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еализовать основной функционал программы;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dirty="0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Р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азработать графический интерфейс;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dirty="0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Р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еализовать систему сохранения и загрузки данных;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dirty="0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П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ровести тестирование и отладку программного продукта.</a:t>
            </a:r>
          </a:p>
        </p:txBody>
      </p:sp>
      <p:sp>
        <p:nvSpPr>
          <p:cNvPr id="506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DCFE3F8F-1F5B-4D19-800D-C221FC803A27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3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Прямоугольник 4"/>
          <p:cNvSpPr/>
          <p:nvPr/>
        </p:nvSpPr>
        <p:spPr>
          <a:xfrm>
            <a:off x="8820000" y="6155280"/>
            <a:ext cx="246636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4A6F5FA5-1D47-4115-A3E6-466040604387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4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Прямоугольник 4"/>
          <p:cNvSpPr/>
          <p:nvPr/>
        </p:nvSpPr>
        <p:spPr>
          <a:xfrm>
            <a:off x="8820000" y="6155280"/>
            <a:ext cx="246636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pic>
        <p:nvPicPr>
          <p:cNvPr id="508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ru-RU" sz="28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Функциональные требования</a:t>
            </a:r>
            <a:endParaRPr lang="ru-RU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/>
          </p:nvPr>
        </p:nvSpPr>
        <p:spPr>
          <a:xfrm>
            <a:off x="4173840" y="3363851"/>
            <a:ext cx="7754040" cy="329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Программный продукт должен предоставлять пользователю возможность управлять теплицей, включая посадку различных видов растений, их полив и удобрение. 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Система должна автоматически симулировать течение времени и изменение погодных условий, влияющих на параметры среды. 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Должна быть реализована экономическая модель с игровой валютой, позволяющая покупать семена и расходные материалы в магазине, а также получать доход от продажи выращенного урожая. 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Приложение должно вести учет инвентаря пользователя и отображать подробную информацию о состоянии каждого растения. 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Необходимо реализовать систему сохранения прогресса с возможностью загрузки ранее сохраненных игр из списка. Также должна присутствовать таблица рекордов, автоматически пополняемая при завершении игры.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ru-RU" sz="24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Нефункциональные требования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/>
          </p:nvPr>
        </p:nvSpPr>
        <p:spPr>
          <a:xfrm>
            <a:off x="4173840" y="2861640"/>
            <a:ext cx="7754040" cy="329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Процессы роста растений и изменения погоды должны выполняться в фоновых потоках, не блокируя взаимодействие пользователя с интерфейсом. 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Приложение должно корректно обрабатывать ошибочные ситуации, такие как недостаток средств при покупке или отсутствие предметов в инвентаре. 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Архитектура программы должна допускать добавление новых видов растений без изменения основной логики. 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Интерфейс должен быть интуитивно понятным, с группировкой функций по вкладкам и отображением всех значимых событий в отдельном логе. </a:t>
            </a:r>
          </a:p>
          <a:p>
            <a:pPr marL="266760" indent="-266760"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Программа должна работать на всех операционных системах, поддерживающих </a:t>
            </a:r>
            <a:r>
              <a:rPr lang="ru-RU" sz="2400" b="0" u="none" strike="noStrike" dirty="0" err="1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Java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, и обеспечивать надежное завершение всех фоновых процессов при выходе.</a:t>
            </a:r>
          </a:p>
        </p:txBody>
      </p:sp>
      <p:sp>
        <p:nvSpPr>
          <p:cNvPr id="516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BFE35EE7-43D8-44DC-BE59-1A32E7F5194F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Прямоугольник 4"/>
          <p:cNvSpPr/>
          <p:nvPr/>
        </p:nvSpPr>
        <p:spPr>
          <a:xfrm>
            <a:off x="9000000" y="6155280"/>
            <a:ext cx="228636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ru-RU" sz="40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Описание технологий</a:t>
            </a:r>
            <a:endParaRPr lang="ru-RU" sz="4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20" name="PlaceHolder 2"/>
          <p:cNvSpPr>
            <a:spLocks noGrp="1"/>
          </p:cNvSpPr>
          <p:nvPr>
            <p:ph/>
          </p:nvPr>
        </p:nvSpPr>
        <p:spPr>
          <a:xfrm>
            <a:off x="4173840" y="1974437"/>
            <a:ext cx="7754040" cy="192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Язык программирования: </a:t>
            </a:r>
            <a:r>
              <a:rPr lang="en-US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Java</a:t>
            </a:r>
            <a:r>
              <a:rPr lang="ru-RU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(</a:t>
            </a:r>
            <a:r>
              <a:rPr lang="en-US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JDK</a:t>
            </a:r>
            <a:r>
              <a:rPr lang="ru-RU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 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25). </a:t>
            </a:r>
          </a:p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База </a:t>
            </a:r>
            <a:r>
              <a:rPr lang="ru-RU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данных: </a:t>
            </a:r>
            <a:r>
              <a:rPr lang="en-US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SQLite</a:t>
            </a:r>
            <a:r>
              <a:rPr lang="ru-RU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. </a:t>
            </a:r>
            <a:endParaRPr lang="ru-RU" sz="2400" b="0" u="none" strike="noStrike" dirty="0" smtClean="0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Технология </a:t>
            </a:r>
            <a:r>
              <a:rPr lang="ru-RU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доступа к данным: </a:t>
            </a:r>
            <a:r>
              <a:rPr lang="en-US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JDBC</a:t>
            </a:r>
            <a:r>
              <a:rPr lang="ru-RU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. </a:t>
            </a:r>
          </a:p>
          <a:p>
            <a:pPr marL="266760" indent="-26676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lang="ru-RU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Среда разработки: </a:t>
            </a:r>
            <a:r>
              <a:rPr lang="en-US" sz="2400" b="0" u="none" strike="noStrike" dirty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Apache NetBeans</a:t>
            </a:r>
            <a:r>
              <a:rPr lang="ru-RU" sz="2400" b="0" u="none" strike="noStrike" dirty="0" smtClean="0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 Light"/>
              </a:rPr>
              <a:t>. </a:t>
            </a:r>
            <a:endParaRPr lang="ru-RU" sz="2400" b="0" u="none" strike="noStrike" dirty="0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alibri Light"/>
            </a:endParaRPr>
          </a:p>
        </p:txBody>
      </p:sp>
      <p:sp>
        <p:nvSpPr>
          <p:cNvPr id="521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7B6C0214-484F-4828-AF7E-B18A8107D21E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6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Прямоугольник 4"/>
          <p:cNvSpPr/>
          <p:nvPr/>
        </p:nvSpPr>
        <p:spPr>
          <a:xfrm>
            <a:off x="9000000" y="6155280"/>
            <a:ext cx="228636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Прямоугольник 4"/>
          <p:cNvSpPr/>
          <p:nvPr/>
        </p:nvSpPr>
        <p:spPr>
          <a:xfrm>
            <a:off x="9294120" y="6155280"/>
            <a:ext cx="199224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pic>
        <p:nvPicPr>
          <p:cNvPr id="524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ru-RU" sz="42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Анализ аналогов</a:t>
            </a:r>
            <a:endParaRPr lang="ru-RU" sz="4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26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A576CBF3-D99D-45C0-AC5F-EFC33E6370ED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7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5719" y="119160"/>
            <a:ext cx="7811189" cy="6591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ru-RU" sz="32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Тестирование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30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4A2601D3-68D1-4BC2-986D-5F8F712AF118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Прямоугольник 4"/>
          <p:cNvSpPr/>
          <p:nvPr/>
        </p:nvSpPr>
        <p:spPr>
          <a:xfrm>
            <a:off x="9294120" y="6155280"/>
            <a:ext cx="199224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pic>
        <p:nvPicPr>
          <p:cNvPr id="532" name="Рисунок 2"/>
          <p:cNvPicPr/>
          <p:nvPr/>
        </p:nvPicPr>
        <p:blipFill>
          <a:blip r:embed="rId4"/>
          <a:stretch/>
        </p:blipFill>
        <p:spPr>
          <a:xfrm>
            <a:off x="4026240" y="0"/>
            <a:ext cx="7260120" cy="67482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ru-RU" sz="32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Тестирование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35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C29D914B-CEF7-428C-A883-92C11550F79B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9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Прямоугольник 4"/>
          <p:cNvSpPr/>
          <p:nvPr/>
        </p:nvSpPr>
        <p:spPr>
          <a:xfrm>
            <a:off x="8460000" y="6155280"/>
            <a:ext cx="282636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pic>
        <p:nvPicPr>
          <p:cNvPr id="537" name="Рисунок 5"/>
          <p:cNvPicPr/>
          <p:nvPr/>
        </p:nvPicPr>
        <p:blipFill>
          <a:blip r:embed="rId4"/>
          <a:stretch/>
        </p:blipFill>
        <p:spPr>
          <a:xfrm>
            <a:off x="4026240" y="655200"/>
            <a:ext cx="7265160" cy="238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8" name="Рисунок 6"/>
          <p:cNvPicPr/>
          <p:nvPr/>
        </p:nvPicPr>
        <p:blipFill>
          <a:blip r:embed="rId5"/>
          <a:stretch/>
        </p:blipFill>
        <p:spPr>
          <a:xfrm>
            <a:off x="4021200" y="3024720"/>
            <a:ext cx="7265160" cy="2853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40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ru-RU" sz="32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Тестирование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1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2021AB71-0BBD-4115-9602-B257ADE821B2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10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Прямоугольник 4"/>
          <p:cNvSpPr/>
          <p:nvPr/>
        </p:nvSpPr>
        <p:spPr>
          <a:xfrm>
            <a:off x="9294120" y="6155280"/>
            <a:ext cx="199224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/>
          <a:srcRect l="488" r="1"/>
          <a:stretch/>
        </p:blipFill>
        <p:spPr>
          <a:xfrm>
            <a:off x="4440024" y="274917"/>
            <a:ext cx="6217084" cy="63120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ru-RU" sz="32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Тестирование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6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652E8E44-2EAA-4A78-8907-F0FAC2EB5DFE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11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Прямоугольник 4"/>
          <p:cNvSpPr/>
          <p:nvPr/>
        </p:nvSpPr>
        <p:spPr>
          <a:xfrm>
            <a:off x="8820000" y="6155280"/>
            <a:ext cx="246636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551" y="272147"/>
            <a:ext cx="2467319" cy="117173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228" y="1573563"/>
            <a:ext cx="8049967" cy="51430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ru-RU" sz="32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Тестирование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2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81FFF07B-9E63-4582-A209-A462F1C79087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12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Прямоугольник 4"/>
          <p:cNvSpPr/>
          <p:nvPr/>
        </p:nvSpPr>
        <p:spPr>
          <a:xfrm>
            <a:off x="9294120" y="6155280"/>
            <a:ext cx="199224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3760" y="414243"/>
            <a:ext cx="3545231" cy="555292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0434" y="414243"/>
            <a:ext cx="3541728" cy="55529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ru-RU" sz="32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Тестирование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56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B1249533-0381-416B-935B-A49C9AD8F331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13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Прямоугольник 4"/>
          <p:cNvSpPr/>
          <p:nvPr/>
        </p:nvSpPr>
        <p:spPr>
          <a:xfrm>
            <a:off x="9000000" y="6155280"/>
            <a:ext cx="228636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931" y="321610"/>
            <a:ext cx="2543530" cy="114316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872" y="321610"/>
            <a:ext cx="2486372" cy="112410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1034" y="331137"/>
            <a:ext cx="2476846" cy="113363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4931" y="1693374"/>
            <a:ext cx="7937793" cy="5025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61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ru-RU" sz="32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Тестирование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2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97E4BF53-C968-482E-B8AE-AFB3485A0A5D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14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Прямоугольник 4"/>
          <p:cNvSpPr/>
          <p:nvPr/>
        </p:nvSpPr>
        <p:spPr>
          <a:xfrm>
            <a:off x="8640000" y="6155280"/>
            <a:ext cx="264636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4221" y="192122"/>
            <a:ext cx="3581900" cy="66684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4221" y="858965"/>
            <a:ext cx="4220164" cy="33342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4221" y="1213975"/>
            <a:ext cx="5153744" cy="101931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4221" y="2254880"/>
            <a:ext cx="3496163" cy="19052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4221" y="3119183"/>
            <a:ext cx="5210902" cy="37152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54221" y="2554842"/>
            <a:ext cx="3591426" cy="45726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8037" y="3568417"/>
            <a:ext cx="3534268" cy="63826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7245" y="4282488"/>
            <a:ext cx="2486372" cy="114316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7245" y="5504247"/>
            <a:ext cx="2495898" cy="11717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ru-RU" sz="32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Тестирование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6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31874EF7-3F14-4ADC-9C84-D668C5408A20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15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Прямоугольник 4"/>
          <p:cNvSpPr/>
          <p:nvPr/>
        </p:nvSpPr>
        <p:spPr>
          <a:xfrm>
            <a:off x="8640000" y="6155280"/>
            <a:ext cx="264636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676" y="228096"/>
            <a:ext cx="6749041" cy="5446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Рисунок 10" descr="Изображение итогового слайда, левый верхний угол"/>
          <p:cNvPicPr/>
          <p:nvPr/>
        </p:nvPicPr>
        <p:blipFill>
          <a:blip r:embed="rId3"/>
          <a:stretch/>
        </p:blipFill>
        <p:spPr>
          <a:xfrm>
            <a:off x="-1983240" y="0"/>
            <a:ext cx="6008760" cy="389016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</p:pic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0" y="3890520"/>
            <a:ext cx="4025880" cy="29671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288000" tIns="0" rIns="432000" bIns="144000" anchor="ctr">
            <a:noAutofit/>
          </a:bodyPr>
          <a:lstStyle/>
          <a:p>
            <a:pPr indent="0" algn="r" defTabSz="914400">
              <a:lnSpc>
                <a:spcPct val="90000"/>
              </a:lnSpc>
              <a:buNone/>
            </a:pPr>
            <a:r>
              <a:rPr lang="ru-RU" sz="3200" b="1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Тестирование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71" name="Номер слайда 3"/>
          <p:cNvSpPr/>
          <p:nvPr/>
        </p:nvSpPr>
        <p:spPr>
          <a:xfrm>
            <a:off x="11496240" y="6155280"/>
            <a:ext cx="431640" cy="431640"/>
          </a:xfrm>
          <a:prstGeom prst="ellipse">
            <a:avLst/>
          </a:prstGeom>
          <a:noFill/>
          <a:ln w="3175">
            <a:solidFill>
              <a:srgbClr val="9ACB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fld id="{FD0CB18B-E040-4286-BF7F-E54904C46F0E}" type="slidenum">
              <a:rPr lang="ru-RU" sz="1200" b="1" i="1" u="none" strike="noStrike">
                <a:solidFill>
                  <a:schemeClr val="dk1"/>
                </a:solidFill>
                <a:effectLst/>
                <a:uFillTx/>
                <a:latin typeface="Rockwell"/>
              </a:rPr>
              <a:t>16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Прямоугольник 4"/>
          <p:cNvSpPr/>
          <p:nvPr/>
        </p:nvSpPr>
        <p:spPr>
          <a:xfrm>
            <a:off x="9294120" y="6155280"/>
            <a:ext cx="1992240" cy="43164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 Ligh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548" y="322462"/>
            <a:ext cx="7638332" cy="5079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Рисунок 43" descr="Цветок крупным планом&#10;&#10;Описание создано с очень высокой степенью достоверности"/>
          <p:cNvPicPr/>
          <p:nvPr/>
        </p:nvPicPr>
        <p:blipFill>
          <a:blip r:embed="rId3"/>
          <a:srcRect l="12" r="12"/>
          <a:stretch/>
        </p:blipFill>
        <p:spPr>
          <a:xfrm>
            <a:off x="0" y="0"/>
            <a:ext cx="12330000" cy="6857640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</p:pic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0" y="2510280"/>
            <a:ext cx="12191760" cy="1433520"/>
          </a:xfrm>
          <a:prstGeom prst="rect">
            <a:avLst/>
          </a:prstGeom>
          <a:solidFill>
            <a:srgbClr val="000000">
              <a:alpha val="80000"/>
            </a:srgbClr>
          </a:solidFill>
          <a:ln w="0">
            <a:noFill/>
          </a:ln>
        </p:spPr>
        <p:txBody>
          <a:bodyPr lIns="288000" tIns="0" rIns="2160000" bIns="144000" anchor="ctr">
            <a:noAutofit/>
          </a:bodyPr>
          <a:lstStyle/>
          <a:p>
            <a:pPr marL="1882800" indent="0" algn="ctr" defTabSz="1160640">
              <a:lnSpc>
                <a:spcPct val="90000"/>
              </a:lnSpc>
              <a:buNone/>
            </a:pPr>
            <a:r>
              <a:rPr lang="ru-RU" sz="4200" b="0" u="none" strike="noStrike" spc="-150">
                <a:solidFill>
                  <a:schemeClr val="lt1"/>
                </a:solidFill>
                <a:effectLst/>
                <a:uFillTx/>
                <a:latin typeface="Rockwell"/>
              </a:rPr>
              <a:t>Спасибо за внимание!</a:t>
            </a:r>
            <a:endParaRPr lang="ru-RU" sz="4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Тема Office">
  <a:themeElements>
    <a:clrScheme name="Great Pitch Decks - Environment">
      <a:dk1>
        <a:srgbClr val="000000"/>
      </a:dk1>
      <a:lt1>
        <a:srgbClr val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</Template>
  <TotalTime>77</TotalTime>
  <Words>415</Words>
  <Application>Microsoft Office PowerPoint</Application>
  <PresentationFormat>Широкоэкранный</PresentationFormat>
  <Paragraphs>73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Calibri Light</vt:lpstr>
      <vt:lpstr>DejaVu Sans</vt:lpstr>
      <vt:lpstr>Rockwell</vt:lpstr>
      <vt:lpstr>Times New Roman</vt:lpstr>
      <vt:lpstr>Тема Office</vt:lpstr>
      <vt:lpstr>Симулятор цифровой теплицы «Greenhouse Simulator»</vt:lpstr>
      <vt:lpstr>Цель и актуальность проекта</vt:lpstr>
      <vt:lpstr>Задачи</vt:lpstr>
      <vt:lpstr>Функциональные требования</vt:lpstr>
      <vt:lpstr>Нефункциональные требования</vt:lpstr>
      <vt:lpstr>Описание технологий</vt:lpstr>
      <vt:lpstr>Анализ аналогов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Тестирование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Симулятор цифровой теплицы «Greenhouse Simulator»</dc:title>
  <dc:subject/>
  <dc:creator/>
  <dc:description/>
  <cp:lastModifiedBy>админ</cp:lastModifiedBy>
  <cp:revision>10</cp:revision>
  <dcterms:created xsi:type="dcterms:W3CDTF">2026-02-25T15:53:12Z</dcterms:created>
  <dcterms:modified xsi:type="dcterms:W3CDTF">2026-03-11T10:18:30Z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24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24</vt:i4>
  </property>
</Properties>
</file>